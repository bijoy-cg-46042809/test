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7" r:id="rId3"/>
    <p:sldId id="265" r:id="rId4"/>
    <p:sldId id="256" r:id="rId5"/>
    <p:sldId id="258" r:id="rId6"/>
    <p:sldId id="259" r:id="rId7"/>
    <p:sldId id="260" r:id="rId8"/>
    <p:sldId id="261" r:id="rId9"/>
    <p:sldId id="262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CCB7D4-A05C-4583-8554-3D9D4F9D1EC5}" v="86" dt="2025-12-07T10:19:10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1" d="100"/>
          <a:sy n="71" d="100"/>
        </p:scale>
        <p:origin x="484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ychowdhury, Bijoyendra" userId="0ece5582-d89b-45fe-8aa3-8c5b65338656" providerId="ADAL" clId="{636BA36C-B476-4FAA-9FE4-75E7DA3D0143}"/>
    <pc:docChg chg="undo custSel addSld delSld modSld">
      <pc:chgData name="Roychowdhury, Bijoyendra" userId="0ece5582-d89b-45fe-8aa3-8c5b65338656" providerId="ADAL" clId="{636BA36C-B476-4FAA-9FE4-75E7DA3D0143}" dt="2025-09-11T10:14:43.600" v="4788" actId="1037"/>
      <pc:docMkLst>
        <pc:docMk/>
      </pc:docMkLst>
      <pc:sldChg chg="addSp delSp modSp mod">
        <pc:chgData name="Roychowdhury, Bijoyendra" userId="0ece5582-d89b-45fe-8aa3-8c5b65338656" providerId="ADAL" clId="{636BA36C-B476-4FAA-9FE4-75E7DA3D0143}" dt="2025-04-20T06:49:38.259" v="1142" actId="14100"/>
        <pc:sldMkLst>
          <pc:docMk/>
          <pc:sldMk cId="1537024963" sldId="256"/>
        </pc:sldMkLst>
      </pc:sldChg>
      <pc:sldChg chg="del">
        <pc:chgData name="Roychowdhury, Bijoyendra" userId="0ece5582-d89b-45fe-8aa3-8c5b65338656" providerId="ADAL" clId="{636BA36C-B476-4FAA-9FE4-75E7DA3D0143}" dt="2025-04-30T12:03:20.346" v="2450" actId="47"/>
        <pc:sldMkLst>
          <pc:docMk/>
          <pc:sldMk cId="2803724515" sldId="257"/>
        </pc:sldMkLst>
      </pc:sldChg>
      <pc:sldChg chg="addSp delSp modSp mod">
        <pc:chgData name="Roychowdhury, Bijoyendra" userId="0ece5582-d89b-45fe-8aa3-8c5b65338656" providerId="ADAL" clId="{636BA36C-B476-4FAA-9FE4-75E7DA3D0143}" dt="2025-09-11T10:14:43.600" v="4788" actId="1037"/>
        <pc:sldMkLst>
          <pc:docMk/>
          <pc:sldMk cId="4055519015" sldId="258"/>
        </pc:sldMkLst>
      </pc:sldChg>
      <pc:sldChg chg="addSp delSp modSp new mod">
        <pc:chgData name="Roychowdhury, Bijoyendra" userId="0ece5582-d89b-45fe-8aa3-8c5b65338656" providerId="ADAL" clId="{636BA36C-B476-4FAA-9FE4-75E7DA3D0143}" dt="2025-08-06T16:28:19.099" v="3599" actId="14100"/>
        <pc:sldMkLst>
          <pc:docMk/>
          <pc:sldMk cId="966787346" sldId="259"/>
        </pc:sldMkLst>
      </pc:sldChg>
      <pc:sldChg chg="addSp delSp modSp new del mod setBg">
        <pc:chgData name="Roychowdhury, Bijoyendra" userId="0ece5582-d89b-45fe-8aa3-8c5b65338656" providerId="ADAL" clId="{636BA36C-B476-4FAA-9FE4-75E7DA3D0143}" dt="2025-04-30T12:03:26.806" v="2451" actId="47"/>
        <pc:sldMkLst>
          <pc:docMk/>
          <pc:sldMk cId="2366089115" sldId="259"/>
        </pc:sldMkLst>
      </pc:sldChg>
      <pc:sldChg chg="addSp delSp modSp add mod">
        <pc:chgData name="Roychowdhury, Bijoyendra" userId="0ece5582-d89b-45fe-8aa3-8c5b65338656" providerId="ADAL" clId="{636BA36C-B476-4FAA-9FE4-75E7DA3D0143}" dt="2025-08-06T16:28:38.907" v="3614" actId="20577"/>
        <pc:sldMkLst>
          <pc:docMk/>
          <pc:sldMk cId="998786449" sldId="260"/>
        </pc:sldMkLst>
      </pc:sldChg>
      <pc:sldChg chg="delSp modSp add del mod">
        <pc:chgData name="Roychowdhury, Bijoyendra" userId="0ece5582-d89b-45fe-8aa3-8c5b65338656" providerId="ADAL" clId="{636BA36C-B476-4FAA-9FE4-75E7DA3D0143}" dt="2025-08-06T08:36:00.833" v="2877" actId="47"/>
        <pc:sldMkLst>
          <pc:docMk/>
          <pc:sldMk cId="4197236911" sldId="260"/>
        </pc:sldMkLst>
      </pc:sldChg>
      <pc:sldChg chg="addSp delSp modSp add mod">
        <pc:chgData name="Roychowdhury, Bijoyendra" userId="0ece5582-d89b-45fe-8aa3-8c5b65338656" providerId="ADAL" clId="{636BA36C-B476-4FAA-9FE4-75E7DA3D0143}" dt="2025-08-06T17:00:53.340" v="3663" actId="14100"/>
        <pc:sldMkLst>
          <pc:docMk/>
          <pc:sldMk cId="1397390074" sldId="261"/>
        </pc:sldMkLst>
      </pc:sldChg>
      <pc:sldChg chg="addSp delSp modSp add mod">
        <pc:chgData name="Roychowdhury, Bijoyendra" userId="0ece5582-d89b-45fe-8aa3-8c5b65338656" providerId="ADAL" clId="{636BA36C-B476-4FAA-9FE4-75E7DA3D0143}" dt="2025-08-06T17:18:05.953" v="4152" actId="1036"/>
        <pc:sldMkLst>
          <pc:docMk/>
          <pc:sldMk cId="2758994935" sldId="262"/>
        </pc:sldMkLst>
      </pc:sldChg>
    </pc:docChg>
  </pc:docChgLst>
  <pc:docChgLst>
    <pc:chgData name="Roychowdhury, Bijoyendra" userId="0ece5582-d89b-45fe-8aa3-8c5b65338656" providerId="ADAL" clId="{2C677017-4ECE-417C-8689-CC23DF9D3622}"/>
    <pc:docChg chg="undo custSel addSld modSld sldOrd">
      <pc:chgData name="Roychowdhury, Bijoyendra" userId="0ece5582-d89b-45fe-8aa3-8c5b65338656" providerId="ADAL" clId="{2C677017-4ECE-417C-8689-CC23DF9D3622}" dt="2025-12-07T10:19:35.230" v="3636" actId="1076"/>
      <pc:docMkLst>
        <pc:docMk/>
      </pc:docMkLst>
      <pc:sldChg chg="addSp delSp modSp new mod ord">
        <pc:chgData name="Roychowdhury, Bijoyendra" userId="0ece5582-d89b-45fe-8aa3-8c5b65338656" providerId="ADAL" clId="{2C677017-4ECE-417C-8689-CC23DF9D3622}" dt="2025-11-23T12:31:53.384" v="664" actId="1038"/>
        <pc:sldMkLst>
          <pc:docMk/>
          <pc:sldMk cId="3667216642" sldId="263"/>
        </pc:sldMkLst>
        <pc:spChg chg="add mod">
          <ac:chgData name="Roychowdhury, Bijoyendra" userId="0ece5582-d89b-45fe-8aa3-8c5b65338656" providerId="ADAL" clId="{2C677017-4ECE-417C-8689-CC23DF9D3622}" dt="2025-11-23T12:31:53.384" v="664" actId="1038"/>
          <ac:spMkLst>
            <pc:docMk/>
            <pc:sldMk cId="3667216642" sldId="263"/>
            <ac:spMk id="4" creationId="{A3840D0A-3988-D782-0552-3738D9FD7DE9}"/>
          </ac:spMkLst>
        </pc:spChg>
        <pc:spChg chg="add mod">
          <ac:chgData name="Roychowdhury, Bijoyendra" userId="0ece5582-d89b-45fe-8aa3-8c5b65338656" providerId="ADAL" clId="{2C677017-4ECE-417C-8689-CC23DF9D3622}" dt="2025-11-23T12:31:53.384" v="664" actId="1038"/>
          <ac:spMkLst>
            <pc:docMk/>
            <pc:sldMk cId="3667216642" sldId="263"/>
            <ac:spMk id="5" creationId="{BC1CF666-506D-01D4-609B-14992F854A12}"/>
          </ac:spMkLst>
        </pc:spChg>
        <pc:spChg chg="add mod">
          <ac:chgData name="Roychowdhury, Bijoyendra" userId="0ece5582-d89b-45fe-8aa3-8c5b65338656" providerId="ADAL" clId="{2C677017-4ECE-417C-8689-CC23DF9D3622}" dt="2025-11-23T12:30:23.057" v="633" actId="113"/>
          <ac:spMkLst>
            <pc:docMk/>
            <pc:sldMk cId="3667216642" sldId="263"/>
            <ac:spMk id="6" creationId="{93E2742F-A03F-F06A-75DA-BBE0DD1BF502}"/>
          </ac:spMkLst>
        </pc:spChg>
        <pc:spChg chg="add mod">
          <ac:chgData name="Roychowdhury, Bijoyendra" userId="0ece5582-d89b-45fe-8aa3-8c5b65338656" providerId="ADAL" clId="{2C677017-4ECE-417C-8689-CC23DF9D3622}" dt="2025-11-23T12:31:53.384" v="664" actId="1038"/>
          <ac:spMkLst>
            <pc:docMk/>
            <pc:sldMk cId="3667216642" sldId="263"/>
            <ac:spMk id="7" creationId="{E1F44561-5058-D53F-CB78-F0EB8B3A54CB}"/>
          </ac:spMkLst>
        </pc:spChg>
        <pc:spChg chg="add mod">
          <ac:chgData name="Roychowdhury, Bijoyendra" userId="0ece5582-d89b-45fe-8aa3-8c5b65338656" providerId="ADAL" clId="{2C677017-4ECE-417C-8689-CC23DF9D3622}" dt="2025-11-23T12:31:53.384" v="664" actId="1038"/>
          <ac:spMkLst>
            <pc:docMk/>
            <pc:sldMk cId="3667216642" sldId="263"/>
            <ac:spMk id="8" creationId="{55B48CA7-6CB8-D159-A1DE-13E9F938521B}"/>
          </ac:spMkLst>
        </pc:spChg>
        <pc:spChg chg="add mod">
          <ac:chgData name="Roychowdhury, Bijoyendra" userId="0ece5582-d89b-45fe-8aa3-8c5b65338656" providerId="ADAL" clId="{2C677017-4ECE-417C-8689-CC23DF9D3622}" dt="2025-11-23T12:31:53.384" v="664" actId="1038"/>
          <ac:spMkLst>
            <pc:docMk/>
            <pc:sldMk cId="3667216642" sldId="263"/>
            <ac:spMk id="9" creationId="{85786408-2EC2-903C-2042-41D8BC34EBF4}"/>
          </ac:spMkLst>
        </pc:spChg>
        <pc:spChg chg="add mod">
          <ac:chgData name="Roychowdhury, Bijoyendra" userId="0ece5582-d89b-45fe-8aa3-8c5b65338656" providerId="ADAL" clId="{2C677017-4ECE-417C-8689-CC23DF9D3622}" dt="2025-11-23T12:31:53.384" v="664" actId="1038"/>
          <ac:spMkLst>
            <pc:docMk/>
            <pc:sldMk cId="3667216642" sldId="263"/>
            <ac:spMk id="10" creationId="{977BF9F2-F42E-6666-36C7-75487929F370}"/>
          </ac:spMkLst>
        </pc:spChg>
        <pc:spChg chg="add mod ord">
          <ac:chgData name="Roychowdhury, Bijoyendra" userId="0ece5582-d89b-45fe-8aa3-8c5b65338656" providerId="ADAL" clId="{2C677017-4ECE-417C-8689-CC23DF9D3622}" dt="2025-11-23T12:31:53.384" v="664" actId="1038"/>
          <ac:spMkLst>
            <pc:docMk/>
            <pc:sldMk cId="3667216642" sldId="263"/>
            <ac:spMk id="11" creationId="{0F746F9E-3A9C-0908-3E57-DA0F5D134EB5}"/>
          </ac:spMkLst>
        </pc:spChg>
        <pc:spChg chg="add mod ord">
          <ac:chgData name="Roychowdhury, Bijoyendra" userId="0ece5582-d89b-45fe-8aa3-8c5b65338656" providerId="ADAL" clId="{2C677017-4ECE-417C-8689-CC23DF9D3622}" dt="2025-11-23T12:30:29.695" v="634" actId="113"/>
          <ac:spMkLst>
            <pc:docMk/>
            <pc:sldMk cId="3667216642" sldId="263"/>
            <ac:spMk id="12" creationId="{CBF9BA82-C880-C8DF-D51A-4C2298B57B52}"/>
          </ac:spMkLst>
        </pc:spChg>
        <pc:spChg chg="add mod">
          <ac:chgData name="Roychowdhury, Bijoyendra" userId="0ece5582-d89b-45fe-8aa3-8c5b65338656" providerId="ADAL" clId="{2C677017-4ECE-417C-8689-CC23DF9D3622}" dt="2025-11-23T12:31:53.384" v="664" actId="1038"/>
          <ac:spMkLst>
            <pc:docMk/>
            <pc:sldMk cId="3667216642" sldId="263"/>
            <ac:spMk id="21" creationId="{9C923ED6-5B91-8B35-BC54-97149B6F3EF3}"/>
          </ac:spMkLst>
        </pc:spChg>
        <pc:spChg chg="add mod">
          <ac:chgData name="Roychowdhury, Bijoyendra" userId="0ece5582-d89b-45fe-8aa3-8c5b65338656" providerId="ADAL" clId="{2C677017-4ECE-417C-8689-CC23DF9D3622}" dt="2025-11-23T12:31:53.384" v="664" actId="1038"/>
          <ac:spMkLst>
            <pc:docMk/>
            <pc:sldMk cId="3667216642" sldId="263"/>
            <ac:spMk id="22" creationId="{87722E74-0951-D7A5-A6D6-1C56CEB4B428}"/>
          </ac:spMkLst>
        </pc:spChg>
        <pc:spChg chg="add mod">
          <ac:chgData name="Roychowdhury, Bijoyendra" userId="0ece5582-d89b-45fe-8aa3-8c5b65338656" providerId="ADAL" clId="{2C677017-4ECE-417C-8689-CC23DF9D3622}" dt="2025-11-23T12:30:23.057" v="633" actId="113"/>
          <ac:spMkLst>
            <pc:docMk/>
            <pc:sldMk cId="3667216642" sldId="263"/>
            <ac:spMk id="41" creationId="{5A9DC62C-6FD3-F901-47D6-7E529238B866}"/>
          </ac:spMkLst>
        </pc:spChg>
        <pc:spChg chg="add mod">
          <ac:chgData name="Roychowdhury, Bijoyendra" userId="0ece5582-d89b-45fe-8aa3-8c5b65338656" providerId="ADAL" clId="{2C677017-4ECE-417C-8689-CC23DF9D3622}" dt="2025-11-23T12:31:53.384" v="664" actId="1038"/>
          <ac:spMkLst>
            <pc:docMk/>
            <pc:sldMk cId="3667216642" sldId="263"/>
            <ac:spMk id="49" creationId="{D667BA48-B133-998E-0245-3CBDEB7D4014}"/>
          </ac:spMkLst>
        </pc:spChg>
        <pc:spChg chg="add mod">
          <ac:chgData name="Roychowdhury, Bijoyendra" userId="0ece5582-d89b-45fe-8aa3-8c5b65338656" providerId="ADAL" clId="{2C677017-4ECE-417C-8689-CC23DF9D3622}" dt="2025-11-23T12:28:55.178" v="578" actId="20577"/>
          <ac:spMkLst>
            <pc:docMk/>
            <pc:sldMk cId="3667216642" sldId="263"/>
            <ac:spMk id="52" creationId="{0CAF9FAC-2C59-81B7-6E74-9A6BEE40E8A4}"/>
          </ac:spMkLst>
        </pc:spChg>
        <pc:cxnChg chg="add mod">
          <ac:chgData name="Roychowdhury, Bijoyendra" userId="0ece5582-d89b-45fe-8aa3-8c5b65338656" providerId="ADAL" clId="{2C677017-4ECE-417C-8689-CC23DF9D3622}" dt="2025-11-23T12:19:35.362" v="372" actId="1038"/>
          <ac:cxnSpMkLst>
            <pc:docMk/>
            <pc:sldMk cId="3667216642" sldId="263"/>
            <ac:cxnSpMk id="15" creationId="{65940BA7-5007-E744-0BCA-53606E7D504B}"/>
          </ac:cxnSpMkLst>
        </pc:cxnChg>
        <pc:cxnChg chg="add mod">
          <ac:chgData name="Roychowdhury, Bijoyendra" userId="0ece5582-d89b-45fe-8aa3-8c5b65338656" providerId="ADAL" clId="{2C677017-4ECE-417C-8689-CC23DF9D3622}" dt="2025-11-23T12:22:03.295" v="409" actId="1037"/>
          <ac:cxnSpMkLst>
            <pc:docMk/>
            <pc:sldMk cId="3667216642" sldId="263"/>
            <ac:cxnSpMk id="17" creationId="{94A66BE0-D8A7-530B-4EB7-64E2BCA4F074}"/>
          </ac:cxnSpMkLst>
        </pc:cxnChg>
        <pc:cxnChg chg="add mod">
          <ac:chgData name="Roychowdhury, Bijoyendra" userId="0ece5582-d89b-45fe-8aa3-8c5b65338656" providerId="ADAL" clId="{2C677017-4ECE-417C-8689-CC23DF9D3622}" dt="2025-11-23T12:22:03.295" v="409" actId="1037"/>
          <ac:cxnSpMkLst>
            <pc:docMk/>
            <pc:sldMk cId="3667216642" sldId="263"/>
            <ac:cxnSpMk id="24" creationId="{CA049C0F-CE6F-27DD-8DB9-638A7E516B08}"/>
          </ac:cxnSpMkLst>
        </pc:cxnChg>
        <pc:cxnChg chg="add mod">
          <ac:chgData name="Roychowdhury, Bijoyendra" userId="0ece5582-d89b-45fe-8aa3-8c5b65338656" providerId="ADAL" clId="{2C677017-4ECE-417C-8689-CC23DF9D3622}" dt="2025-11-23T12:22:31.609" v="414" actId="13822"/>
          <ac:cxnSpMkLst>
            <pc:docMk/>
            <pc:sldMk cId="3667216642" sldId="263"/>
            <ac:cxnSpMk id="30" creationId="{53D431EA-548D-A2BC-C18A-0534FC0E4195}"/>
          </ac:cxnSpMkLst>
        </pc:cxnChg>
        <pc:cxnChg chg="add mod">
          <ac:chgData name="Roychowdhury, Bijoyendra" userId="0ece5582-d89b-45fe-8aa3-8c5b65338656" providerId="ADAL" clId="{2C677017-4ECE-417C-8689-CC23DF9D3622}" dt="2025-11-23T12:23:26.797" v="423" actId="13822"/>
          <ac:cxnSpMkLst>
            <pc:docMk/>
            <pc:sldMk cId="3667216642" sldId="263"/>
            <ac:cxnSpMk id="37" creationId="{798274B3-A3B8-65DE-B8E6-846E473172FD}"/>
          </ac:cxnSpMkLst>
        </pc:cxnChg>
        <pc:cxnChg chg="add mod">
          <ac:chgData name="Roychowdhury, Bijoyendra" userId="0ece5582-d89b-45fe-8aa3-8c5b65338656" providerId="ADAL" clId="{2C677017-4ECE-417C-8689-CC23DF9D3622}" dt="2025-11-23T12:28:11.109" v="538" actId="1037"/>
          <ac:cxnSpMkLst>
            <pc:docMk/>
            <pc:sldMk cId="3667216642" sldId="263"/>
            <ac:cxnSpMk id="39" creationId="{5CAF137A-79AB-2D9E-6A75-0C93544CE9D5}"/>
          </ac:cxnSpMkLst>
        </pc:cxnChg>
        <pc:cxnChg chg="add mod">
          <ac:chgData name="Roychowdhury, Bijoyendra" userId="0ece5582-d89b-45fe-8aa3-8c5b65338656" providerId="ADAL" clId="{2C677017-4ECE-417C-8689-CC23DF9D3622}" dt="2025-11-23T12:26:38.863" v="473" actId="13822"/>
          <ac:cxnSpMkLst>
            <pc:docMk/>
            <pc:sldMk cId="3667216642" sldId="263"/>
            <ac:cxnSpMk id="48" creationId="{4A7D4262-BDDC-B302-CFCE-F44FC04FB459}"/>
          </ac:cxnSpMkLst>
        </pc:cxnChg>
        <pc:cxnChg chg="add mod">
          <ac:chgData name="Roychowdhury, Bijoyendra" userId="0ece5582-d89b-45fe-8aa3-8c5b65338656" providerId="ADAL" clId="{2C677017-4ECE-417C-8689-CC23DF9D3622}" dt="2025-11-23T12:28:30.744" v="552" actId="1036"/>
          <ac:cxnSpMkLst>
            <pc:docMk/>
            <pc:sldMk cId="3667216642" sldId="263"/>
            <ac:cxnSpMk id="51" creationId="{19B5E630-EAA0-1C0C-8934-589E38DABE0E}"/>
          </ac:cxnSpMkLst>
        </pc:cxnChg>
      </pc:sldChg>
      <pc:sldChg chg="addSp delSp modSp new mod ord setBg">
        <pc:chgData name="Roychowdhury, Bijoyendra" userId="0ece5582-d89b-45fe-8aa3-8c5b65338656" providerId="ADAL" clId="{2C677017-4ECE-417C-8689-CC23DF9D3622}" dt="2025-11-24T11:04:40.563" v="3483"/>
        <pc:sldMkLst>
          <pc:docMk/>
          <pc:sldMk cId="889596642" sldId="264"/>
        </pc:sldMkLst>
        <pc:picChg chg="add mod">
          <ac:chgData name="Roychowdhury, Bijoyendra" userId="0ece5582-d89b-45fe-8aa3-8c5b65338656" providerId="ADAL" clId="{2C677017-4ECE-417C-8689-CC23DF9D3622}" dt="2025-11-23T12:01:58.260" v="20" actId="27614"/>
          <ac:picMkLst>
            <pc:docMk/>
            <pc:sldMk cId="889596642" sldId="264"/>
            <ac:picMk id="7" creationId="{594626A0-C939-994F-F4C9-1F6AB5454F31}"/>
          </ac:picMkLst>
        </pc:picChg>
      </pc:sldChg>
      <pc:sldChg chg="addSp delSp modSp add mod">
        <pc:chgData name="Roychowdhury, Bijoyendra" userId="0ece5582-d89b-45fe-8aa3-8c5b65338656" providerId="ADAL" clId="{2C677017-4ECE-417C-8689-CC23DF9D3622}" dt="2025-12-07T09:43:42.904" v="3487" actId="13822"/>
        <pc:sldMkLst>
          <pc:docMk/>
          <pc:sldMk cId="3805065603" sldId="265"/>
        </pc:sldMkLst>
        <pc:spChg chg="add mod">
          <ac:chgData name="Roychowdhury, Bijoyendra" userId="0ece5582-d89b-45fe-8aa3-8c5b65338656" providerId="ADAL" clId="{2C677017-4ECE-417C-8689-CC23DF9D3622}" dt="2025-11-23T13:10:24.606" v="1575" actId="1035"/>
          <ac:spMkLst>
            <pc:docMk/>
            <pc:sldMk cId="3805065603" sldId="265"/>
            <ac:spMk id="2" creationId="{BA2E3220-5923-2E77-B7D0-7ED546C1D05D}"/>
          </ac:spMkLst>
        </pc:spChg>
        <pc:spChg chg="add mod">
          <ac:chgData name="Roychowdhury, Bijoyendra" userId="0ece5582-d89b-45fe-8aa3-8c5b65338656" providerId="ADAL" clId="{2C677017-4ECE-417C-8689-CC23DF9D3622}" dt="2025-11-23T13:10:24.606" v="1575" actId="1035"/>
          <ac:spMkLst>
            <pc:docMk/>
            <pc:sldMk cId="3805065603" sldId="265"/>
            <ac:spMk id="3" creationId="{817CCB35-B220-DE8E-5A56-69BABC18D69A}"/>
          </ac:spMkLst>
        </pc:spChg>
        <pc:spChg chg="add mod">
          <ac:chgData name="Roychowdhury, Bijoyendra" userId="0ece5582-d89b-45fe-8aa3-8c5b65338656" providerId="ADAL" clId="{2C677017-4ECE-417C-8689-CC23DF9D3622}" dt="2025-11-23T13:10:24.606" v="1575" actId="1035"/>
          <ac:spMkLst>
            <pc:docMk/>
            <pc:sldMk cId="3805065603" sldId="265"/>
            <ac:spMk id="13" creationId="{8098E642-9F5B-72B4-71AA-65C2A800D4C0}"/>
          </ac:spMkLst>
        </pc:spChg>
        <pc:spChg chg="add mod">
          <ac:chgData name="Roychowdhury, Bijoyendra" userId="0ece5582-d89b-45fe-8aa3-8c5b65338656" providerId="ADAL" clId="{2C677017-4ECE-417C-8689-CC23DF9D3622}" dt="2025-11-23T13:10:24.606" v="1575" actId="1035"/>
          <ac:spMkLst>
            <pc:docMk/>
            <pc:sldMk cId="3805065603" sldId="265"/>
            <ac:spMk id="14" creationId="{3FAABB83-BB72-4CDE-40AA-70E33147B12E}"/>
          </ac:spMkLst>
        </pc:spChg>
        <pc:spChg chg="add mod">
          <ac:chgData name="Roychowdhury, Bijoyendra" userId="0ece5582-d89b-45fe-8aa3-8c5b65338656" providerId="ADAL" clId="{2C677017-4ECE-417C-8689-CC23DF9D3622}" dt="2025-11-23T13:10:24.606" v="1575" actId="1035"/>
          <ac:spMkLst>
            <pc:docMk/>
            <pc:sldMk cId="3805065603" sldId="265"/>
            <ac:spMk id="16" creationId="{38084952-2EE6-3016-17E4-05A50EA2FEF3}"/>
          </ac:spMkLst>
        </pc:spChg>
        <pc:spChg chg="add mod">
          <ac:chgData name="Roychowdhury, Bijoyendra" userId="0ece5582-d89b-45fe-8aa3-8c5b65338656" providerId="ADAL" clId="{2C677017-4ECE-417C-8689-CC23DF9D3622}" dt="2025-11-23T12:54:29.329" v="1099" actId="1038"/>
          <ac:spMkLst>
            <pc:docMk/>
            <pc:sldMk cId="3805065603" sldId="265"/>
            <ac:spMk id="18" creationId="{18A9A3AC-CF88-7F86-BAF0-1F269B6E9DB3}"/>
          </ac:spMkLst>
        </pc:spChg>
        <pc:spChg chg="add mod">
          <ac:chgData name="Roychowdhury, Bijoyendra" userId="0ece5582-d89b-45fe-8aa3-8c5b65338656" providerId="ADAL" clId="{2C677017-4ECE-417C-8689-CC23DF9D3622}" dt="2025-11-23T13:10:24.606" v="1575" actId="1035"/>
          <ac:spMkLst>
            <pc:docMk/>
            <pc:sldMk cId="3805065603" sldId="265"/>
            <ac:spMk id="33" creationId="{3EF754C2-21AF-5F5B-1F98-3FAA21C09DF8}"/>
          </ac:spMkLst>
        </pc:spChg>
        <pc:spChg chg="add mod">
          <ac:chgData name="Roychowdhury, Bijoyendra" userId="0ece5582-d89b-45fe-8aa3-8c5b65338656" providerId="ADAL" clId="{2C677017-4ECE-417C-8689-CC23DF9D3622}" dt="2025-11-23T13:10:24.606" v="1575" actId="1035"/>
          <ac:spMkLst>
            <pc:docMk/>
            <pc:sldMk cId="3805065603" sldId="265"/>
            <ac:spMk id="34" creationId="{5BEAC1AD-50DF-B3F3-322E-EA8F0B420C25}"/>
          </ac:spMkLst>
        </pc:spChg>
        <pc:spChg chg="add mod">
          <ac:chgData name="Roychowdhury, Bijoyendra" userId="0ece5582-d89b-45fe-8aa3-8c5b65338656" providerId="ADAL" clId="{2C677017-4ECE-417C-8689-CC23DF9D3622}" dt="2025-11-23T13:10:24.606" v="1575" actId="1035"/>
          <ac:spMkLst>
            <pc:docMk/>
            <pc:sldMk cId="3805065603" sldId="265"/>
            <ac:spMk id="35" creationId="{C354A0A7-0E7C-B1BB-AFE1-F43F20881786}"/>
          </ac:spMkLst>
        </pc:spChg>
        <pc:spChg chg="add mod">
          <ac:chgData name="Roychowdhury, Bijoyendra" userId="0ece5582-d89b-45fe-8aa3-8c5b65338656" providerId="ADAL" clId="{2C677017-4ECE-417C-8689-CC23DF9D3622}" dt="2025-11-23T13:10:24.606" v="1575" actId="1035"/>
          <ac:spMkLst>
            <pc:docMk/>
            <pc:sldMk cId="3805065603" sldId="265"/>
            <ac:spMk id="36" creationId="{3D3B1EFB-C3A8-B5D5-46C3-864F850DA450}"/>
          </ac:spMkLst>
        </pc:spChg>
        <pc:spChg chg="add mod">
          <ac:chgData name="Roychowdhury, Bijoyendra" userId="0ece5582-d89b-45fe-8aa3-8c5b65338656" providerId="ADAL" clId="{2C677017-4ECE-417C-8689-CC23DF9D3622}" dt="2025-11-23T13:10:31.449" v="1596" actId="1035"/>
          <ac:spMkLst>
            <pc:docMk/>
            <pc:sldMk cId="3805065603" sldId="265"/>
            <ac:spMk id="55" creationId="{BA43C324-D434-6EEC-DB0F-4956F64D5AD0}"/>
          </ac:spMkLst>
        </pc:spChg>
        <pc:spChg chg="add mod">
          <ac:chgData name="Roychowdhury, Bijoyendra" userId="0ece5582-d89b-45fe-8aa3-8c5b65338656" providerId="ADAL" clId="{2C677017-4ECE-417C-8689-CC23DF9D3622}" dt="2025-11-23T13:10:31.449" v="1596" actId="1035"/>
          <ac:spMkLst>
            <pc:docMk/>
            <pc:sldMk cId="3805065603" sldId="265"/>
            <ac:spMk id="56" creationId="{8F290A4C-FA67-FE3B-5AF0-D21032964D72}"/>
          </ac:spMkLst>
        </pc:spChg>
        <pc:spChg chg="add mod">
          <ac:chgData name="Roychowdhury, Bijoyendra" userId="0ece5582-d89b-45fe-8aa3-8c5b65338656" providerId="ADAL" clId="{2C677017-4ECE-417C-8689-CC23DF9D3622}" dt="2025-11-23T13:10:58.059" v="1661" actId="1038"/>
          <ac:spMkLst>
            <pc:docMk/>
            <pc:sldMk cId="3805065603" sldId="265"/>
            <ac:spMk id="57" creationId="{5EF8CD5B-85BF-6BB8-1DC7-5984B3CBAF41}"/>
          </ac:spMkLst>
        </pc:spChg>
        <pc:spChg chg="add mod">
          <ac:chgData name="Roychowdhury, Bijoyendra" userId="0ece5582-d89b-45fe-8aa3-8c5b65338656" providerId="ADAL" clId="{2C677017-4ECE-417C-8689-CC23DF9D3622}" dt="2025-11-23T13:08:54.477" v="1457" actId="1038"/>
          <ac:spMkLst>
            <pc:docMk/>
            <pc:sldMk cId="3805065603" sldId="265"/>
            <ac:spMk id="58" creationId="{86BCC85F-AD44-49DF-F6DE-8972175D23D7}"/>
          </ac:spMkLst>
        </pc:spChg>
        <pc:spChg chg="add mod">
          <ac:chgData name="Roychowdhury, Bijoyendra" userId="0ece5582-d89b-45fe-8aa3-8c5b65338656" providerId="ADAL" clId="{2C677017-4ECE-417C-8689-CC23DF9D3622}" dt="2025-11-23T13:11:47.447" v="1682" actId="1038"/>
          <ac:spMkLst>
            <pc:docMk/>
            <pc:sldMk cId="3805065603" sldId="265"/>
            <ac:spMk id="59" creationId="{D08B0886-4D90-04F3-9E54-040F774C1B57}"/>
          </ac:spMkLst>
        </pc:spChg>
        <pc:spChg chg="add mod ord">
          <ac:chgData name="Roychowdhury, Bijoyendra" userId="0ece5582-d89b-45fe-8aa3-8c5b65338656" providerId="ADAL" clId="{2C677017-4ECE-417C-8689-CC23DF9D3622}" dt="2025-11-23T13:10:24.606" v="1575" actId="1035"/>
          <ac:spMkLst>
            <pc:docMk/>
            <pc:sldMk cId="3805065603" sldId="265"/>
            <ac:spMk id="60" creationId="{59B02576-9E5A-BB30-D507-36CB672BE8A5}"/>
          </ac:spMkLst>
        </pc:spChg>
        <pc:cxnChg chg="add mod">
          <ac:chgData name="Roychowdhury, Bijoyendra" userId="0ece5582-d89b-45fe-8aa3-8c5b65338656" providerId="ADAL" clId="{2C677017-4ECE-417C-8689-CC23DF9D3622}" dt="2025-12-07T09:43:34.043" v="3485" actId="13822"/>
          <ac:cxnSpMkLst>
            <pc:docMk/>
            <pc:sldMk cId="3805065603" sldId="265"/>
            <ac:cxnSpMk id="5" creationId="{5B558424-34B0-AE39-E2E2-8A2CE93D45E2}"/>
          </ac:cxnSpMkLst>
        </pc:cxnChg>
        <pc:cxnChg chg="add mod">
          <ac:chgData name="Roychowdhury, Bijoyendra" userId="0ece5582-d89b-45fe-8aa3-8c5b65338656" providerId="ADAL" clId="{2C677017-4ECE-417C-8689-CC23DF9D3622}" dt="2025-12-07T09:43:42.904" v="3487" actId="13822"/>
          <ac:cxnSpMkLst>
            <pc:docMk/>
            <pc:sldMk cId="3805065603" sldId="265"/>
            <ac:cxnSpMk id="7" creationId="{0127D0D4-6295-85B8-DF20-923FBC534193}"/>
          </ac:cxnSpMkLst>
        </pc:cxnChg>
        <pc:cxnChg chg="add mod">
          <ac:chgData name="Roychowdhury, Bijoyendra" userId="0ece5582-d89b-45fe-8aa3-8c5b65338656" providerId="ADAL" clId="{2C677017-4ECE-417C-8689-CC23DF9D3622}" dt="2025-11-23T12:49:28.300" v="859" actId="13822"/>
          <ac:cxnSpMkLst>
            <pc:docMk/>
            <pc:sldMk cId="3805065603" sldId="265"/>
            <ac:cxnSpMk id="20" creationId="{02C739C2-B6EB-8A2A-B85B-ED0A82673EE3}"/>
          </ac:cxnSpMkLst>
        </pc:cxnChg>
        <pc:cxnChg chg="add mod">
          <ac:chgData name="Roychowdhury, Bijoyendra" userId="0ece5582-d89b-45fe-8aa3-8c5b65338656" providerId="ADAL" clId="{2C677017-4ECE-417C-8689-CC23DF9D3622}" dt="2025-11-23T12:50:03.925" v="913" actId="1037"/>
          <ac:cxnSpMkLst>
            <pc:docMk/>
            <pc:sldMk cId="3805065603" sldId="265"/>
            <ac:cxnSpMk id="25" creationId="{B0C0ECF8-17EB-94B0-49EA-EC5735E08502}"/>
          </ac:cxnSpMkLst>
        </pc:cxnChg>
        <pc:cxnChg chg="add mod">
          <ac:chgData name="Roychowdhury, Bijoyendra" userId="0ece5582-d89b-45fe-8aa3-8c5b65338656" providerId="ADAL" clId="{2C677017-4ECE-417C-8689-CC23DF9D3622}" dt="2025-11-23T12:51:09.713" v="964" actId="13822"/>
          <ac:cxnSpMkLst>
            <pc:docMk/>
            <pc:sldMk cId="3805065603" sldId="265"/>
            <ac:cxnSpMk id="27" creationId="{2497280F-4FE5-3D9E-6E4E-C670BDB5CA8D}"/>
          </ac:cxnSpMkLst>
        </pc:cxnChg>
        <pc:cxnChg chg="add mod">
          <ac:chgData name="Roychowdhury, Bijoyendra" userId="0ece5582-d89b-45fe-8aa3-8c5b65338656" providerId="ADAL" clId="{2C677017-4ECE-417C-8689-CC23DF9D3622}" dt="2025-11-23T12:51:18.792" v="967" actId="1036"/>
          <ac:cxnSpMkLst>
            <pc:docMk/>
            <pc:sldMk cId="3805065603" sldId="265"/>
            <ac:cxnSpMk id="29" creationId="{ABEFB2F6-D708-4BF2-DFD6-1E16ED5A3DB5}"/>
          </ac:cxnSpMkLst>
        </pc:cxnChg>
        <pc:cxnChg chg="add mod">
          <ac:chgData name="Roychowdhury, Bijoyendra" userId="0ece5582-d89b-45fe-8aa3-8c5b65338656" providerId="ADAL" clId="{2C677017-4ECE-417C-8689-CC23DF9D3622}" dt="2025-11-23T12:54:29.329" v="1099" actId="1038"/>
          <ac:cxnSpMkLst>
            <pc:docMk/>
            <pc:sldMk cId="3805065603" sldId="265"/>
            <ac:cxnSpMk id="32" creationId="{54B52773-1BB6-906C-FCE7-791EAC6B6670}"/>
          </ac:cxnSpMkLst>
        </pc:cxnChg>
        <pc:cxnChg chg="add mod">
          <ac:chgData name="Roychowdhury, Bijoyendra" userId="0ece5582-d89b-45fe-8aa3-8c5b65338656" providerId="ADAL" clId="{2C677017-4ECE-417C-8689-CC23DF9D3622}" dt="2025-11-23T12:54:47.936" v="1106" actId="1037"/>
          <ac:cxnSpMkLst>
            <pc:docMk/>
            <pc:sldMk cId="3805065603" sldId="265"/>
            <ac:cxnSpMk id="44" creationId="{13C29591-092B-800B-6E38-2720AED5C914}"/>
          </ac:cxnSpMkLst>
        </pc:cxnChg>
        <pc:cxnChg chg="add mod">
          <ac:chgData name="Roychowdhury, Bijoyendra" userId="0ece5582-d89b-45fe-8aa3-8c5b65338656" providerId="ADAL" clId="{2C677017-4ECE-417C-8689-CC23DF9D3622}" dt="2025-11-23T12:55:04.408" v="1112" actId="1037"/>
          <ac:cxnSpMkLst>
            <pc:docMk/>
            <pc:sldMk cId="3805065603" sldId="265"/>
            <ac:cxnSpMk id="46" creationId="{E887ECD2-33B3-8A2F-BC15-F47DC35B399E}"/>
          </ac:cxnSpMkLst>
        </pc:cxnChg>
        <pc:cxnChg chg="add mod">
          <ac:chgData name="Roychowdhury, Bijoyendra" userId="0ece5582-d89b-45fe-8aa3-8c5b65338656" providerId="ADAL" clId="{2C677017-4ECE-417C-8689-CC23DF9D3622}" dt="2025-11-23T12:55:21.641" v="1121" actId="1037"/>
          <ac:cxnSpMkLst>
            <pc:docMk/>
            <pc:sldMk cId="3805065603" sldId="265"/>
            <ac:cxnSpMk id="50" creationId="{1368AD44-B9A4-4706-758D-5827BA8961A2}"/>
          </ac:cxnSpMkLst>
        </pc:cxnChg>
        <pc:cxnChg chg="add mod">
          <ac:chgData name="Roychowdhury, Bijoyendra" userId="0ece5582-d89b-45fe-8aa3-8c5b65338656" providerId="ADAL" clId="{2C677017-4ECE-417C-8689-CC23DF9D3622}" dt="2025-11-23T12:55:33.930" v="1123" actId="13822"/>
          <ac:cxnSpMkLst>
            <pc:docMk/>
            <pc:sldMk cId="3805065603" sldId="265"/>
            <ac:cxnSpMk id="54" creationId="{BAA51B46-2E70-9242-D473-9E0505387BCD}"/>
          </ac:cxnSpMkLst>
        </pc:cxnChg>
        <pc:cxnChg chg="add mod">
          <ac:chgData name="Roychowdhury, Bijoyendra" userId="0ece5582-d89b-45fe-8aa3-8c5b65338656" providerId="ADAL" clId="{2C677017-4ECE-417C-8689-CC23DF9D3622}" dt="2025-11-23T13:12:23.631" v="1685" actId="14100"/>
          <ac:cxnSpMkLst>
            <pc:docMk/>
            <pc:sldMk cId="3805065603" sldId="265"/>
            <ac:cxnSpMk id="62" creationId="{3BCACEFC-C790-AAE8-506C-D8B3C99FB9EE}"/>
          </ac:cxnSpMkLst>
        </pc:cxnChg>
        <pc:cxnChg chg="add mod">
          <ac:chgData name="Roychowdhury, Bijoyendra" userId="0ece5582-d89b-45fe-8aa3-8c5b65338656" providerId="ADAL" clId="{2C677017-4ECE-417C-8689-CC23DF9D3622}" dt="2025-11-23T13:10:58.059" v="1661" actId="1038"/>
          <ac:cxnSpMkLst>
            <pc:docMk/>
            <pc:sldMk cId="3805065603" sldId="265"/>
            <ac:cxnSpMk id="65" creationId="{99486A55-9136-0991-CC2E-9030A2FA3256}"/>
          </ac:cxnSpMkLst>
        </pc:cxnChg>
        <pc:cxnChg chg="add mod">
          <ac:chgData name="Roychowdhury, Bijoyendra" userId="0ece5582-d89b-45fe-8aa3-8c5b65338656" providerId="ADAL" clId="{2C677017-4ECE-417C-8689-CC23DF9D3622}" dt="2025-11-23T13:11:13.990" v="1663" actId="13822"/>
          <ac:cxnSpMkLst>
            <pc:docMk/>
            <pc:sldMk cId="3805065603" sldId="265"/>
            <ac:cxnSpMk id="67" creationId="{1221A799-5C81-FC4A-E971-533B39DF4DAF}"/>
          </ac:cxnSpMkLst>
        </pc:cxnChg>
        <pc:cxnChg chg="add mod">
          <ac:chgData name="Roychowdhury, Bijoyendra" userId="0ece5582-d89b-45fe-8aa3-8c5b65338656" providerId="ADAL" clId="{2C677017-4ECE-417C-8689-CC23DF9D3622}" dt="2025-11-23T13:11:47.447" v="1682" actId="1038"/>
          <ac:cxnSpMkLst>
            <pc:docMk/>
            <pc:sldMk cId="3805065603" sldId="265"/>
            <ac:cxnSpMk id="71" creationId="{BF4206B0-F5E0-78D4-82C5-F4218E27FFA8}"/>
          </ac:cxnSpMkLst>
        </pc:cxnChg>
        <pc:cxnChg chg="add mod">
          <ac:chgData name="Roychowdhury, Bijoyendra" userId="0ece5582-d89b-45fe-8aa3-8c5b65338656" providerId="ADAL" clId="{2C677017-4ECE-417C-8689-CC23DF9D3622}" dt="2025-11-23T13:12:15.887" v="1684" actId="13822"/>
          <ac:cxnSpMkLst>
            <pc:docMk/>
            <pc:sldMk cId="3805065603" sldId="265"/>
            <ac:cxnSpMk id="73" creationId="{77D44369-179B-0168-89C4-92CC1978A0A6}"/>
          </ac:cxnSpMkLst>
        </pc:cxnChg>
      </pc:sldChg>
      <pc:sldChg chg="addSp delSp modSp add mod ord">
        <pc:chgData name="Roychowdhury, Bijoyendra" userId="0ece5582-d89b-45fe-8aa3-8c5b65338656" providerId="ADAL" clId="{2C677017-4ECE-417C-8689-CC23DF9D3622}" dt="2025-11-24T11:04:40.563" v="3483"/>
        <pc:sldMkLst>
          <pc:docMk/>
          <pc:sldMk cId="368759834" sldId="266"/>
        </pc:sldMkLst>
        <pc:spChg chg="add mod">
          <ac:chgData name="Roychowdhury, Bijoyendra" userId="0ece5582-d89b-45fe-8aa3-8c5b65338656" providerId="ADAL" clId="{2C677017-4ECE-417C-8689-CC23DF9D3622}" dt="2025-11-24T07:04:31.920" v="3063" actId="1037"/>
          <ac:spMkLst>
            <pc:docMk/>
            <pc:sldMk cId="368759834" sldId="266"/>
            <ac:spMk id="5" creationId="{86146881-06C2-B023-8378-34C37A233FDA}"/>
          </ac:spMkLst>
        </pc:spChg>
        <pc:spChg chg="add mod">
          <ac:chgData name="Roychowdhury, Bijoyendra" userId="0ece5582-d89b-45fe-8aa3-8c5b65338656" providerId="ADAL" clId="{2C677017-4ECE-417C-8689-CC23DF9D3622}" dt="2025-11-24T07:23:54.401" v="3414" actId="1036"/>
          <ac:spMkLst>
            <pc:docMk/>
            <pc:sldMk cId="368759834" sldId="266"/>
            <ac:spMk id="6" creationId="{B99FDD59-443E-6640-AAC0-B714F58863D0}"/>
          </ac:spMkLst>
        </pc:spChg>
        <pc:spChg chg="add mod">
          <ac:chgData name="Roychowdhury, Bijoyendra" userId="0ece5582-d89b-45fe-8aa3-8c5b65338656" providerId="ADAL" clId="{2C677017-4ECE-417C-8689-CC23DF9D3622}" dt="2025-11-24T07:23:54.401" v="3414" actId="1036"/>
          <ac:spMkLst>
            <pc:docMk/>
            <pc:sldMk cId="368759834" sldId="266"/>
            <ac:spMk id="7" creationId="{4D03AED3-1F28-1499-C9DC-1E103ACCA9BA}"/>
          </ac:spMkLst>
        </pc:spChg>
        <pc:spChg chg="add mod">
          <ac:chgData name="Roychowdhury, Bijoyendra" userId="0ece5582-d89b-45fe-8aa3-8c5b65338656" providerId="ADAL" clId="{2C677017-4ECE-417C-8689-CC23DF9D3622}" dt="2025-11-24T07:23:54.401" v="3414" actId="1036"/>
          <ac:spMkLst>
            <pc:docMk/>
            <pc:sldMk cId="368759834" sldId="266"/>
            <ac:spMk id="8" creationId="{2737A579-D837-4A8A-3FFB-3B502952991D}"/>
          </ac:spMkLst>
        </pc:spChg>
        <pc:spChg chg="add mod">
          <ac:chgData name="Roychowdhury, Bijoyendra" userId="0ece5582-d89b-45fe-8aa3-8c5b65338656" providerId="ADAL" clId="{2C677017-4ECE-417C-8689-CC23DF9D3622}" dt="2025-11-24T06:59:02.611" v="2980" actId="1035"/>
          <ac:spMkLst>
            <pc:docMk/>
            <pc:sldMk cId="368759834" sldId="266"/>
            <ac:spMk id="9" creationId="{39431C83-5A44-F4D8-D272-E7A5869AB517}"/>
          </ac:spMkLst>
        </pc:spChg>
        <pc:spChg chg="add mod">
          <ac:chgData name="Roychowdhury, Bijoyendra" userId="0ece5582-d89b-45fe-8aa3-8c5b65338656" providerId="ADAL" clId="{2C677017-4ECE-417C-8689-CC23DF9D3622}" dt="2025-11-24T06:46:45.649" v="2695" actId="1035"/>
          <ac:spMkLst>
            <pc:docMk/>
            <pc:sldMk cId="368759834" sldId="266"/>
            <ac:spMk id="10" creationId="{29A85903-1D21-CF46-9064-356BDA7C2B80}"/>
          </ac:spMkLst>
        </pc:spChg>
        <pc:spChg chg="add mod">
          <ac:chgData name="Roychowdhury, Bijoyendra" userId="0ece5582-d89b-45fe-8aa3-8c5b65338656" providerId="ADAL" clId="{2C677017-4ECE-417C-8689-CC23DF9D3622}" dt="2025-11-24T06:46:49.836" v="2697" actId="1035"/>
          <ac:spMkLst>
            <pc:docMk/>
            <pc:sldMk cId="368759834" sldId="266"/>
            <ac:spMk id="11" creationId="{C6EA08B9-4B0F-E494-3D1B-7331B8D419B4}"/>
          </ac:spMkLst>
        </pc:spChg>
        <pc:spChg chg="add mod">
          <ac:chgData name="Roychowdhury, Bijoyendra" userId="0ece5582-d89b-45fe-8aa3-8c5b65338656" providerId="ADAL" clId="{2C677017-4ECE-417C-8689-CC23DF9D3622}" dt="2025-11-24T06:49:30.172" v="2747" actId="14100"/>
          <ac:spMkLst>
            <pc:docMk/>
            <pc:sldMk cId="368759834" sldId="266"/>
            <ac:spMk id="12" creationId="{7AF1EA84-7D20-3D31-7DDE-30D8284B1A72}"/>
          </ac:spMkLst>
        </pc:spChg>
        <pc:spChg chg="add mod">
          <ac:chgData name="Roychowdhury, Bijoyendra" userId="0ece5582-d89b-45fe-8aa3-8c5b65338656" providerId="ADAL" clId="{2C677017-4ECE-417C-8689-CC23DF9D3622}" dt="2025-11-24T06:52:44.425" v="2864" actId="1036"/>
          <ac:spMkLst>
            <pc:docMk/>
            <pc:sldMk cId="368759834" sldId="266"/>
            <ac:spMk id="15" creationId="{16459C40-DEAA-D904-2243-8A46D3FF72D9}"/>
          </ac:spMkLst>
        </pc:spChg>
        <pc:spChg chg="add mod">
          <ac:chgData name="Roychowdhury, Bijoyendra" userId="0ece5582-d89b-45fe-8aa3-8c5b65338656" providerId="ADAL" clId="{2C677017-4ECE-417C-8689-CC23DF9D3622}" dt="2025-11-24T07:28:12.921" v="3455" actId="14100"/>
          <ac:spMkLst>
            <pc:docMk/>
            <pc:sldMk cId="368759834" sldId="266"/>
            <ac:spMk id="17" creationId="{9D60E23A-347C-F6B1-75F4-B01832010CA1}"/>
          </ac:spMkLst>
        </pc:spChg>
        <pc:spChg chg="add mod">
          <ac:chgData name="Roychowdhury, Bijoyendra" userId="0ece5582-d89b-45fe-8aa3-8c5b65338656" providerId="ADAL" clId="{2C677017-4ECE-417C-8689-CC23DF9D3622}" dt="2025-11-24T07:28:18.583" v="3466" actId="1035"/>
          <ac:spMkLst>
            <pc:docMk/>
            <pc:sldMk cId="368759834" sldId="266"/>
            <ac:spMk id="19" creationId="{CA3559B9-E707-CED0-57A3-FE246237F400}"/>
          </ac:spMkLst>
        </pc:spChg>
        <pc:spChg chg="add mod">
          <ac:chgData name="Roychowdhury, Bijoyendra" userId="0ece5582-d89b-45fe-8aa3-8c5b65338656" providerId="ADAL" clId="{2C677017-4ECE-417C-8689-CC23DF9D3622}" dt="2025-11-24T07:28:06.568" v="3453" actId="14100"/>
          <ac:spMkLst>
            <pc:docMk/>
            <pc:sldMk cId="368759834" sldId="266"/>
            <ac:spMk id="21" creationId="{0028FCE9-1241-7BB4-1A12-2E9F68D0C02C}"/>
          </ac:spMkLst>
        </pc:spChg>
        <pc:spChg chg="add mod">
          <ac:chgData name="Roychowdhury, Bijoyendra" userId="0ece5582-d89b-45fe-8aa3-8c5b65338656" providerId="ADAL" clId="{2C677017-4ECE-417C-8689-CC23DF9D3622}" dt="2025-11-24T06:34:27.400" v="2429" actId="14100"/>
          <ac:spMkLst>
            <pc:docMk/>
            <pc:sldMk cId="368759834" sldId="266"/>
            <ac:spMk id="22" creationId="{10613E50-2248-4461-A806-91EB99AFD53E}"/>
          </ac:spMkLst>
        </pc:spChg>
        <pc:spChg chg="add mod">
          <ac:chgData name="Roychowdhury, Bijoyendra" userId="0ece5582-d89b-45fe-8aa3-8c5b65338656" providerId="ADAL" clId="{2C677017-4ECE-417C-8689-CC23DF9D3622}" dt="2025-11-24T07:19:15.606" v="3329" actId="14100"/>
          <ac:spMkLst>
            <pc:docMk/>
            <pc:sldMk cId="368759834" sldId="266"/>
            <ac:spMk id="23" creationId="{98B5985B-EE78-A172-CF91-707EB96F2B93}"/>
          </ac:spMkLst>
        </pc:spChg>
        <pc:spChg chg="add mod">
          <ac:chgData name="Roychowdhury, Bijoyendra" userId="0ece5582-d89b-45fe-8aa3-8c5b65338656" providerId="ADAL" clId="{2C677017-4ECE-417C-8689-CC23DF9D3622}" dt="2025-11-24T07:17:31.287" v="3259" actId="14100"/>
          <ac:spMkLst>
            <pc:docMk/>
            <pc:sldMk cId="368759834" sldId="266"/>
            <ac:spMk id="24" creationId="{F5408D5E-6591-0B75-D91C-E45C33A8A61A}"/>
          </ac:spMkLst>
        </pc:spChg>
        <pc:spChg chg="add mod">
          <ac:chgData name="Roychowdhury, Bijoyendra" userId="0ece5582-d89b-45fe-8aa3-8c5b65338656" providerId="ADAL" clId="{2C677017-4ECE-417C-8689-CC23DF9D3622}" dt="2025-11-24T07:06:53.471" v="3131" actId="1037"/>
          <ac:spMkLst>
            <pc:docMk/>
            <pc:sldMk cId="368759834" sldId="266"/>
            <ac:spMk id="26" creationId="{0C28A3BE-A04A-8735-C053-CEB9D2D3A9FE}"/>
          </ac:spMkLst>
        </pc:spChg>
        <pc:spChg chg="add mod">
          <ac:chgData name="Roychowdhury, Bijoyendra" userId="0ece5582-d89b-45fe-8aa3-8c5b65338656" providerId="ADAL" clId="{2C677017-4ECE-417C-8689-CC23DF9D3622}" dt="2025-11-24T07:05:00.833" v="3067" actId="1076"/>
          <ac:spMkLst>
            <pc:docMk/>
            <pc:sldMk cId="368759834" sldId="266"/>
            <ac:spMk id="28" creationId="{A8C5110F-6C4F-96E5-B154-27A575E22BE0}"/>
          </ac:spMkLst>
        </pc:spChg>
        <pc:spChg chg="add mod">
          <ac:chgData name="Roychowdhury, Bijoyendra" userId="0ece5582-d89b-45fe-8aa3-8c5b65338656" providerId="ADAL" clId="{2C677017-4ECE-417C-8689-CC23DF9D3622}" dt="2025-11-24T07:23:54.401" v="3414" actId="1036"/>
          <ac:spMkLst>
            <pc:docMk/>
            <pc:sldMk cId="368759834" sldId="266"/>
            <ac:spMk id="37" creationId="{4FD72253-AE40-28C1-67CF-0785B1F95560}"/>
          </ac:spMkLst>
        </pc:spChg>
        <pc:spChg chg="add mod">
          <ac:chgData name="Roychowdhury, Bijoyendra" userId="0ece5582-d89b-45fe-8aa3-8c5b65338656" providerId="ADAL" clId="{2C677017-4ECE-417C-8689-CC23DF9D3622}" dt="2025-11-24T07:23:54.401" v="3414" actId="1036"/>
          <ac:spMkLst>
            <pc:docMk/>
            <pc:sldMk cId="368759834" sldId="266"/>
            <ac:spMk id="42" creationId="{9D658E8A-8554-9AA1-4560-3210EB569C5A}"/>
          </ac:spMkLst>
        </pc:spChg>
        <pc:spChg chg="add mod">
          <ac:chgData name="Roychowdhury, Bijoyendra" userId="0ece5582-d89b-45fe-8aa3-8c5b65338656" providerId="ADAL" clId="{2C677017-4ECE-417C-8689-CC23DF9D3622}" dt="2025-11-24T06:50:26.544" v="2755" actId="1076"/>
          <ac:spMkLst>
            <pc:docMk/>
            <pc:sldMk cId="368759834" sldId="266"/>
            <ac:spMk id="47" creationId="{50FF5D47-8A20-CC51-FF67-1349C060398F}"/>
          </ac:spMkLst>
        </pc:spChg>
        <pc:spChg chg="add mod">
          <ac:chgData name="Roychowdhury, Bijoyendra" userId="0ece5582-d89b-45fe-8aa3-8c5b65338656" providerId="ADAL" clId="{2C677017-4ECE-417C-8689-CC23DF9D3622}" dt="2025-11-24T06:48:28.942" v="2728" actId="1076"/>
          <ac:spMkLst>
            <pc:docMk/>
            <pc:sldMk cId="368759834" sldId="266"/>
            <ac:spMk id="52" creationId="{EF1EAE97-84F5-1FB6-2C7A-F8297694BDF1}"/>
          </ac:spMkLst>
        </pc:spChg>
        <pc:spChg chg="add mod">
          <ac:chgData name="Roychowdhury, Bijoyendra" userId="0ece5582-d89b-45fe-8aa3-8c5b65338656" providerId="ADAL" clId="{2C677017-4ECE-417C-8689-CC23DF9D3622}" dt="2025-11-24T06:48:45.912" v="2744" actId="1076"/>
          <ac:spMkLst>
            <pc:docMk/>
            <pc:sldMk cId="368759834" sldId="266"/>
            <ac:spMk id="63" creationId="{A140476B-4A14-D56E-F04E-DCB1E633FD1C}"/>
          </ac:spMkLst>
        </pc:spChg>
        <pc:spChg chg="add mod">
          <ac:chgData name="Roychowdhury, Bijoyendra" userId="0ece5582-d89b-45fe-8aa3-8c5b65338656" providerId="ADAL" clId="{2C677017-4ECE-417C-8689-CC23DF9D3622}" dt="2025-11-24T06:50:44.572" v="2782" actId="20577"/>
          <ac:spMkLst>
            <pc:docMk/>
            <pc:sldMk cId="368759834" sldId="266"/>
            <ac:spMk id="74" creationId="{34F12DBA-9DC8-B552-CE91-1729E678D8CC}"/>
          </ac:spMkLst>
        </pc:spChg>
        <pc:spChg chg="add mod">
          <ac:chgData name="Roychowdhury, Bijoyendra" userId="0ece5582-d89b-45fe-8aa3-8c5b65338656" providerId="ADAL" clId="{2C677017-4ECE-417C-8689-CC23DF9D3622}" dt="2025-11-24T07:28:21.298" v="3467" actId="1076"/>
          <ac:spMkLst>
            <pc:docMk/>
            <pc:sldMk cId="368759834" sldId="266"/>
            <ac:spMk id="75" creationId="{1839C76C-58ED-1DFC-8D28-02D3FE33A3EA}"/>
          </ac:spMkLst>
        </pc:spChg>
        <pc:spChg chg="add mod">
          <ac:chgData name="Roychowdhury, Bijoyendra" userId="0ece5582-d89b-45fe-8aa3-8c5b65338656" providerId="ADAL" clId="{2C677017-4ECE-417C-8689-CC23DF9D3622}" dt="2025-11-24T06:54:22.050" v="2921" actId="1076"/>
          <ac:spMkLst>
            <pc:docMk/>
            <pc:sldMk cId="368759834" sldId="266"/>
            <ac:spMk id="78" creationId="{AAC9F33A-3F43-038A-1827-4472B57E07AB}"/>
          </ac:spMkLst>
        </pc:spChg>
        <pc:spChg chg="add mod">
          <ac:chgData name="Roychowdhury, Bijoyendra" userId="0ece5582-d89b-45fe-8aa3-8c5b65338656" providerId="ADAL" clId="{2C677017-4ECE-417C-8689-CC23DF9D3622}" dt="2025-11-24T06:54:11.985" v="2919" actId="14100"/>
          <ac:spMkLst>
            <pc:docMk/>
            <pc:sldMk cId="368759834" sldId="266"/>
            <ac:spMk id="81" creationId="{6C9AEAFB-0C29-DBA1-A000-3A4420D98A0D}"/>
          </ac:spMkLst>
        </pc:spChg>
        <pc:spChg chg="add mod">
          <ac:chgData name="Roychowdhury, Bijoyendra" userId="0ece5582-d89b-45fe-8aa3-8c5b65338656" providerId="ADAL" clId="{2C677017-4ECE-417C-8689-CC23DF9D3622}" dt="2025-11-24T07:02:14.244" v="2989" actId="1076"/>
          <ac:spMkLst>
            <pc:docMk/>
            <pc:sldMk cId="368759834" sldId="266"/>
            <ac:spMk id="95" creationId="{BAE52408-B657-7458-2979-8C54BFA734AD}"/>
          </ac:spMkLst>
        </pc:spChg>
        <pc:spChg chg="add mod">
          <ac:chgData name="Roychowdhury, Bijoyendra" userId="0ece5582-d89b-45fe-8aa3-8c5b65338656" providerId="ADAL" clId="{2C677017-4ECE-417C-8689-CC23DF9D3622}" dt="2025-11-24T07:02:23.477" v="2991" actId="1076"/>
          <ac:spMkLst>
            <pc:docMk/>
            <pc:sldMk cId="368759834" sldId="266"/>
            <ac:spMk id="96" creationId="{DD0C6A36-0683-95EA-CE11-8D7930D5FA39}"/>
          </ac:spMkLst>
        </pc:spChg>
        <pc:spChg chg="add mod">
          <ac:chgData name="Roychowdhury, Bijoyendra" userId="0ece5582-d89b-45fe-8aa3-8c5b65338656" providerId="ADAL" clId="{2C677017-4ECE-417C-8689-CC23DF9D3622}" dt="2025-11-24T07:02:17.226" v="2990" actId="1076"/>
          <ac:spMkLst>
            <pc:docMk/>
            <pc:sldMk cId="368759834" sldId="266"/>
            <ac:spMk id="97" creationId="{2C91F9B8-AEC6-1C7B-CD3A-8FC256870B8A}"/>
          </ac:spMkLst>
        </pc:spChg>
        <pc:spChg chg="add mod">
          <ac:chgData name="Roychowdhury, Bijoyendra" userId="0ece5582-d89b-45fe-8aa3-8c5b65338656" providerId="ADAL" clId="{2C677017-4ECE-417C-8689-CC23DF9D3622}" dt="2025-11-24T07:03:10.827" v="3033" actId="1076"/>
          <ac:spMkLst>
            <pc:docMk/>
            <pc:sldMk cId="368759834" sldId="266"/>
            <ac:spMk id="107" creationId="{569A0028-E0E8-CFF9-78FD-CCD737479282}"/>
          </ac:spMkLst>
        </pc:spChg>
        <pc:spChg chg="add mod">
          <ac:chgData name="Roychowdhury, Bijoyendra" userId="0ece5582-d89b-45fe-8aa3-8c5b65338656" providerId="ADAL" clId="{2C677017-4ECE-417C-8689-CC23DF9D3622}" dt="2025-11-24T07:02:57.178" v="3030" actId="1076"/>
          <ac:spMkLst>
            <pc:docMk/>
            <pc:sldMk cId="368759834" sldId="266"/>
            <ac:spMk id="108" creationId="{2244D186-CD29-1D97-AEFF-79A40568D7A0}"/>
          </ac:spMkLst>
        </pc:spChg>
        <pc:spChg chg="add mod">
          <ac:chgData name="Roychowdhury, Bijoyendra" userId="0ece5582-d89b-45fe-8aa3-8c5b65338656" providerId="ADAL" clId="{2C677017-4ECE-417C-8689-CC23DF9D3622}" dt="2025-11-24T07:03:02.764" v="3032" actId="1076"/>
          <ac:spMkLst>
            <pc:docMk/>
            <pc:sldMk cId="368759834" sldId="266"/>
            <ac:spMk id="109" creationId="{04FD7B14-EE4D-CE80-9FBC-B1C235E6E4B4}"/>
          </ac:spMkLst>
        </pc:spChg>
        <pc:spChg chg="add mod">
          <ac:chgData name="Roychowdhury, Bijoyendra" userId="0ece5582-d89b-45fe-8aa3-8c5b65338656" providerId="ADAL" clId="{2C677017-4ECE-417C-8689-CC23DF9D3622}" dt="2025-11-24T07:07:21.027" v="3133" actId="1076"/>
          <ac:spMkLst>
            <pc:docMk/>
            <pc:sldMk cId="368759834" sldId="266"/>
            <ac:spMk id="112" creationId="{F5B36E9F-E1C6-5239-A113-8169BE1AE1E7}"/>
          </ac:spMkLst>
        </pc:spChg>
        <pc:spChg chg="add mod">
          <ac:chgData name="Roychowdhury, Bijoyendra" userId="0ece5582-d89b-45fe-8aa3-8c5b65338656" providerId="ADAL" clId="{2C677017-4ECE-417C-8689-CC23DF9D3622}" dt="2025-11-24T07:23:54.401" v="3414" actId="1036"/>
          <ac:spMkLst>
            <pc:docMk/>
            <pc:sldMk cId="368759834" sldId="266"/>
            <ac:spMk id="120" creationId="{2F15D89F-469C-BB8F-0964-A469C4C2B699}"/>
          </ac:spMkLst>
        </pc:spChg>
        <pc:spChg chg="add mod ord">
          <ac:chgData name="Roychowdhury, Bijoyendra" userId="0ece5582-d89b-45fe-8aa3-8c5b65338656" providerId="ADAL" clId="{2C677017-4ECE-417C-8689-CC23DF9D3622}" dt="2025-11-24T07:26:38.840" v="3438" actId="167"/>
          <ac:spMkLst>
            <pc:docMk/>
            <pc:sldMk cId="368759834" sldId="266"/>
            <ac:spMk id="121" creationId="{A3B79668-C7FC-A7FD-A8CC-6C33BF94BAB5}"/>
          </ac:spMkLst>
        </pc:spChg>
        <pc:spChg chg="add mod ord">
          <ac:chgData name="Roychowdhury, Bijoyendra" userId="0ece5582-d89b-45fe-8aa3-8c5b65338656" providerId="ADAL" clId="{2C677017-4ECE-417C-8689-CC23DF9D3622}" dt="2025-11-24T07:19:01.260" v="3327" actId="1038"/>
          <ac:spMkLst>
            <pc:docMk/>
            <pc:sldMk cId="368759834" sldId="266"/>
            <ac:spMk id="122" creationId="{94DBBDB7-6772-9860-915B-157AA596FE78}"/>
          </ac:spMkLst>
        </pc:spChg>
        <pc:spChg chg="add mod ord">
          <ac:chgData name="Roychowdhury, Bijoyendra" userId="0ece5582-d89b-45fe-8aa3-8c5b65338656" providerId="ADAL" clId="{2C677017-4ECE-417C-8689-CC23DF9D3622}" dt="2025-11-24T07:23:54.401" v="3414" actId="1036"/>
          <ac:spMkLst>
            <pc:docMk/>
            <pc:sldMk cId="368759834" sldId="266"/>
            <ac:spMk id="123" creationId="{FF1559F9-C049-B349-C727-A9C3E6AAACD4}"/>
          </ac:spMkLst>
        </pc:spChg>
        <pc:spChg chg="add mod">
          <ac:chgData name="Roychowdhury, Bijoyendra" userId="0ece5582-d89b-45fe-8aa3-8c5b65338656" providerId="ADAL" clId="{2C677017-4ECE-417C-8689-CC23DF9D3622}" dt="2025-11-24T07:11:43.966" v="3190" actId="1076"/>
          <ac:spMkLst>
            <pc:docMk/>
            <pc:sldMk cId="368759834" sldId="266"/>
            <ac:spMk id="132" creationId="{4FC96D38-DB64-2DD3-5FD3-FB446C0180E5}"/>
          </ac:spMkLst>
        </pc:spChg>
        <pc:spChg chg="add mod">
          <ac:chgData name="Roychowdhury, Bijoyendra" userId="0ece5582-d89b-45fe-8aa3-8c5b65338656" providerId="ADAL" clId="{2C677017-4ECE-417C-8689-CC23DF9D3622}" dt="2025-11-24T07:11:48.350" v="3192" actId="1076"/>
          <ac:spMkLst>
            <pc:docMk/>
            <pc:sldMk cId="368759834" sldId="266"/>
            <ac:spMk id="133" creationId="{0302F35D-83A5-8230-3DD9-E50DFC7915E5}"/>
          </ac:spMkLst>
        </pc:spChg>
        <pc:spChg chg="add mod">
          <ac:chgData name="Roychowdhury, Bijoyendra" userId="0ece5582-d89b-45fe-8aa3-8c5b65338656" providerId="ADAL" clId="{2C677017-4ECE-417C-8689-CC23DF9D3622}" dt="2025-11-24T07:11:52.351" v="3194" actId="1076"/>
          <ac:spMkLst>
            <pc:docMk/>
            <pc:sldMk cId="368759834" sldId="266"/>
            <ac:spMk id="134" creationId="{832C0E33-EFC2-D7BB-00FC-783A72AE4D3A}"/>
          </ac:spMkLst>
        </pc:spChg>
        <pc:spChg chg="add mod ord">
          <ac:chgData name="Roychowdhury, Bijoyendra" userId="0ece5582-d89b-45fe-8aa3-8c5b65338656" providerId="ADAL" clId="{2C677017-4ECE-417C-8689-CC23DF9D3622}" dt="2025-11-24T07:23:54.401" v="3414" actId="1036"/>
          <ac:spMkLst>
            <pc:docMk/>
            <pc:sldMk cId="368759834" sldId="266"/>
            <ac:spMk id="137" creationId="{81391223-6408-D666-7A7B-09C091181C50}"/>
          </ac:spMkLst>
        </pc:spChg>
        <pc:spChg chg="add mod ord">
          <ac:chgData name="Roychowdhury, Bijoyendra" userId="0ece5582-d89b-45fe-8aa3-8c5b65338656" providerId="ADAL" clId="{2C677017-4ECE-417C-8689-CC23DF9D3622}" dt="2025-11-24T07:17:43.260" v="3260" actId="167"/>
          <ac:spMkLst>
            <pc:docMk/>
            <pc:sldMk cId="368759834" sldId="266"/>
            <ac:spMk id="140" creationId="{523DB4DB-B0A6-832D-5F92-2E47B613B565}"/>
          </ac:spMkLst>
        </pc:spChg>
        <pc:spChg chg="add mod ord">
          <ac:chgData name="Roychowdhury, Bijoyendra" userId="0ece5582-d89b-45fe-8aa3-8c5b65338656" providerId="ADAL" clId="{2C677017-4ECE-417C-8689-CC23DF9D3622}" dt="2025-11-24T07:21:53.495" v="3367" actId="167"/>
          <ac:spMkLst>
            <pc:docMk/>
            <pc:sldMk cId="368759834" sldId="266"/>
            <ac:spMk id="163" creationId="{30A0027D-84D4-56A9-89F1-E7E4AA730347}"/>
          </ac:spMkLst>
        </pc:spChg>
        <pc:spChg chg="add mod">
          <ac:chgData name="Roychowdhury, Bijoyendra" userId="0ece5582-d89b-45fe-8aa3-8c5b65338656" providerId="ADAL" clId="{2C677017-4ECE-417C-8689-CC23DF9D3622}" dt="2025-11-24T07:22:32.201" v="3385" actId="1076"/>
          <ac:spMkLst>
            <pc:docMk/>
            <pc:sldMk cId="368759834" sldId="266"/>
            <ac:spMk id="170" creationId="{6793F0B5-5DD8-F74E-5A6C-3D8F4151DC2D}"/>
          </ac:spMkLst>
        </pc:spChg>
        <pc:spChg chg="add mod ord">
          <ac:chgData name="Roychowdhury, Bijoyendra" userId="0ece5582-d89b-45fe-8aa3-8c5b65338656" providerId="ADAL" clId="{2C677017-4ECE-417C-8689-CC23DF9D3622}" dt="2025-11-24T07:24:39.004" v="3418" actId="207"/>
          <ac:spMkLst>
            <pc:docMk/>
            <pc:sldMk cId="368759834" sldId="266"/>
            <ac:spMk id="171" creationId="{0BFA9896-9942-B9BE-BA9A-AF420EDCF521}"/>
          </ac:spMkLst>
        </pc:spChg>
        <pc:spChg chg="add mod ord">
          <ac:chgData name="Roychowdhury, Bijoyendra" userId="0ece5582-d89b-45fe-8aa3-8c5b65338656" providerId="ADAL" clId="{2C677017-4ECE-417C-8689-CC23DF9D3622}" dt="2025-11-24T07:26:07.572" v="3435" actId="14100"/>
          <ac:spMkLst>
            <pc:docMk/>
            <pc:sldMk cId="368759834" sldId="266"/>
            <ac:spMk id="172" creationId="{58280DE1-7A8A-EB25-D88D-DE50C44AE829}"/>
          </ac:spMkLst>
        </pc:spChg>
        <pc:spChg chg="add mod ord">
          <ac:chgData name="Roychowdhury, Bijoyendra" userId="0ece5582-d89b-45fe-8aa3-8c5b65338656" providerId="ADAL" clId="{2C677017-4ECE-417C-8689-CC23DF9D3622}" dt="2025-11-24T07:28:24.240" v="3468" actId="14100"/>
          <ac:spMkLst>
            <pc:docMk/>
            <pc:sldMk cId="368759834" sldId="266"/>
            <ac:spMk id="173" creationId="{0092B839-9655-C2AF-B5C7-5F37155A74DC}"/>
          </ac:spMkLst>
        </pc:spChg>
        <pc:spChg chg="add mod ord">
          <ac:chgData name="Roychowdhury, Bijoyendra" userId="0ece5582-d89b-45fe-8aa3-8c5b65338656" providerId="ADAL" clId="{2C677017-4ECE-417C-8689-CC23DF9D3622}" dt="2025-11-24T07:29:44.119" v="3481" actId="14100"/>
          <ac:spMkLst>
            <pc:docMk/>
            <pc:sldMk cId="368759834" sldId="266"/>
            <ac:spMk id="182" creationId="{3F40807C-D2D8-9BA2-D8AF-8BDB595BEF09}"/>
          </ac:spMkLst>
        </pc:spChg>
        <pc:cxnChg chg="add mod">
          <ac:chgData name="Roychowdhury, Bijoyendra" userId="0ece5582-d89b-45fe-8aa3-8c5b65338656" providerId="ADAL" clId="{2C677017-4ECE-417C-8689-CC23DF9D3622}" dt="2025-11-24T07:04:31.920" v="3063" actId="1037"/>
          <ac:cxnSpMkLst>
            <pc:docMk/>
            <pc:sldMk cId="368759834" sldId="266"/>
            <ac:cxnSpMk id="31" creationId="{3F21D2D4-3C8F-E6DE-A37B-1BF2E2BA9E9F}"/>
          </ac:cxnSpMkLst>
        </pc:cxnChg>
        <pc:cxnChg chg="add mod">
          <ac:chgData name="Roychowdhury, Bijoyendra" userId="0ece5582-d89b-45fe-8aa3-8c5b65338656" providerId="ADAL" clId="{2C677017-4ECE-417C-8689-CC23DF9D3622}" dt="2025-11-24T07:04:31.920" v="3063" actId="1037"/>
          <ac:cxnSpMkLst>
            <pc:docMk/>
            <pc:sldMk cId="368759834" sldId="266"/>
            <ac:cxnSpMk id="39" creationId="{C16B5672-5035-0D85-2C1B-AE92769C932F}"/>
          </ac:cxnSpMkLst>
        </pc:cxnChg>
        <pc:cxnChg chg="add mod">
          <ac:chgData name="Roychowdhury, Bijoyendra" userId="0ece5582-d89b-45fe-8aa3-8c5b65338656" providerId="ADAL" clId="{2C677017-4ECE-417C-8689-CC23DF9D3622}" dt="2025-11-24T07:04:31.920" v="3063" actId="1037"/>
          <ac:cxnSpMkLst>
            <pc:docMk/>
            <pc:sldMk cId="368759834" sldId="266"/>
            <ac:cxnSpMk id="41" creationId="{AC987EC4-E350-4C67-67BC-BF5AEBDAD44B}"/>
          </ac:cxnSpMkLst>
        </pc:cxnChg>
        <pc:cxnChg chg="add mod">
          <ac:chgData name="Roychowdhury, Bijoyendra" userId="0ece5582-d89b-45fe-8aa3-8c5b65338656" providerId="ADAL" clId="{2C677017-4ECE-417C-8689-CC23DF9D3622}" dt="2025-11-24T06:49:30.172" v="2747" actId="14100"/>
          <ac:cxnSpMkLst>
            <pc:docMk/>
            <pc:sldMk cId="368759834" sldId="266"/>
            <ac:cxnSpMk id="45" creationId="{E7246B74-FFB1-CA2F-C563-8807C5113229}"/>
          </ac:cxnSpMkLst>
        </pc:cxnChg>
        <pc:cxnChg chg="add mod">
          <ac:chgData name="Roychowdhury, Bijoyendra" userId="0ece5582-d89b-45fe-8aa3-8c5b65338656" providerId="ADAL" clId="{2C677017-4ECE-417C-8689-CC23DF9D3622}" dt="2025-11-24T07:04:31.920" v="3063" actId="1037"/>
          <ac:cxnSpMkLst>
            <pc:docMk/>
            <pc:sldMk cId="368759834" sldId="266"/>
            <ac:cxnSpMk id="49" creationId="{F1CB4791-5A8D-B3F9-8B3E-423427E0ED93}"/>
          </ac:cxnSpMkLst>
        </pc:cxnChg>
        <pc:cxnChg chg="add mod">
          <ac:chgData name="Roychowdhury, Bijoyendra" userId="0ece5582-d89b-45fe-8aa3-8c5b65338656" providerId="ADAL" clId="{2C677017-4ECE-417C-8689-CC23DF9D3622}" dt="2025-11-24T07:28:06.568" v="3453" actId="14100"/>
          <ac:cxnSpMkLst>
            <pc:docMk/>
            <pc:sldMk cId="368759834" sldId="266"/>
            <ac:cxnSpMk id="61" creationId="{86E26B71-F7F7-549D-9454-4C727840EE29}"/>
          </ac:cxnSpMkLst>
        </pc:cxnChg>
        <pc:cxnChg chg="add mod">
          <ac:chgData name="Roychowdhury, Bijoyendra" userId="0ece5582-d89b-45fe-8aa3-8c5b65338656" providerId="ADAL" clId="{2C677017-4ECE-417C-8689-CC23DF9D3622}" dt="2025-11-24T07:28:12.921" v="3455" actId="14100"/>
          <ac:cxnSpMkLst>
            <pc:docMk/>
            <pc:sldMk cId="368759834" sldId="266"/>
            <ac:cxnSpMk id="69" creationId="{16D05154-497F-11C3-678F-140324E19783}"/>
          </ac:cxnSpMkLst>
        </pc:cxnChg>
        <pc:cxnChg chg="add mod">
          <ac:chgData name="Roychowdhury, Bijoyendra" userId="0ece5582-d89b-45fe-8aa3-8c5b65338656" providerId="ADAL" clId="{2C677017-4ECE-417C-8689-CC23DF9D3622}" dt="2025-11-24T07:28:18.583" v="3466" actId="1035"/>
          <ac:cxnSpMkLst>
            <pc:docMk/>
            <pc:sldMk cId="368759834" sldId="266"/>
            <ac:cxnSpMk id="72" creationId="{C243C6CD-69B2-6990-EE67-B0864FF0D46A}"/>
          </ac:cxnSpMkLst>
        </pc:cxnChg>
        <pc:cxnChg chg="add mod">
          <ac:chgData name="Roychowdhury, Bijoyendra" userId="0ece5582-d89b-45fe-8aa3-8c5b65338656" providerId="ADAL" clId="{2C677017-4ECE-417C-8689-CC23DF9D3622}" dt="2025-11-24T07:28:06.568" v="3453" actId="14100"/>
          <ac:cxnSpMkLst>
            <pc:docMk/>
            <pc:sldMk cId="368759834" sldId="266"/>
            <ac:cxnSpMk id="77" creationId="{95FFA910-9BFE-BC8E-31C9-42763C41F2AE}"/>
          </ac:cxnSpMkLst>
        </pc:cxnChg>
        <pc:cxnChg chg="add mod">
          <ac:chgData name="Roychowdhury, Bijoyendra" userId="0ece5582-d89b-45fe-8aa3-8c5b65338656" providerId="ADAL" clId="{2C677017-4ECE-417C-8689-CC23DF9D3622}" dt="2025-11-24T07:06:53.471" v="3131" actId="1037"/>
          <ac:cxnSpMkLst>
            <pc:docMk/>
            <pc:sldMk cId="368759834" sldId="266"/>
            <ac:cxnSpMk id="80" creationId="{2123703E-76D9-E15B-1F54-6F49F81CA3C8}"/>
          </ac:cxnSpMkLst>
        </pc:cxnChg>
        <pc:cxnChg chg="add mod">
          <ac:chgData name="Roychowdhury, Bijoyendra" userId="0ece5582-d89b-45fe-8aa3-8c5b65338656" providerId="ADAL" clId="{2C677017-4ECE-417C-8689-CC23DF9D3622}" dt="2025-11-24T06:56:18.795" v="2931" actId="14100"/>
          <ac:cxnSpMkLst>
            <pc:docMk/>
            <pc:sldMk cId="368759834" sldId="266"/>
            <ac:cxnSpMk id="83" creationId="{7ED61368-FAA6-5677-F283-CA2B7F95D364}"/>
          </ac:cxnSpMkLst>
        </pc:cxnChg>
        <pc:cxnChg chg="add mod">
          <ac:chgData name="Roychowdhury, Bijoyendra" userId="0ece5582-d89b-45fe-8aa3-8c5b65338656" providerId="ADAL" clId="{2C677017-4ECE-417C-8689-CC23DF9D3622}" dt="2025-11-24T07:19:49.506" v="3331" actId="14100"/>
          <ac:cxnSpMkLst>
            <pc:docMk/>
            <pc:sldMk cId="368759834" sldId="266"/>
            <ac:cxnSpMk id="86" creationId="{0E1F1AE0-135A-4735-486F-5FDD36813BCF}"/>
          </ac:cxnSpMkLst>
        </pc:cxnChg>
        <pc:cxnChg chg="add mod">
          <ac:chgData name="Roychowdhury, Bijoyendra" userId="0ece5582-d89b-45fe-8aa3-8c5b65338656" providerId="ADAL" clId="{2C677017-4ECE-417C-8689-CC23DF9D3622}" dt="2025-11-24T07:17:31.287" v="3259" actId="14100"/>
          <ac:cxnSpMkLst>
            <pc:docMk/>
            <pc:sldMk cId="368759834" sldId="266"/>
            <ac:cxnSpMk id="93" creationId="{C39EB868-31EA-AB26-BB5C-22023EC8935E}"/>
          </ac:cxnSpMkLst>
        </pc:cxnChg>
        <pc:cxnChg chg="add mod">
          <ac:chgData name="Roychowdhury, Bijoyendra" userId="0ece5582-d89b-45fe-8aa3-8c5b65338656" providerId="ADAL" clId="{2C677017-4ECE-417C-8689-CC23DF9D3622}" dt="2025-11-24T06:59:10.425" v="2981" actId="108"/>
          <ac:cxnSpMkLst>
            <pc:docMk/>
            <pc:sldMk cId="368759834" sldId="266"/>
            <ac:cxnSpMk id="99" creationId="{BCB3675E-3457-4739-FE0E-A18F796C00C6}"/>
          </ac:cxnSpMkLst>
        </pc:cxnChg>
        <pc:cxnChg chg="add mod">
          <ac:chgData name="Roychowdhury, Bijoyendra" userId="0ece5582-d89b-45fe-8aa3-8c5b65338656" providerId="ADAL" clId="{2C677017-4ECE-417C-8689-CC23DF9D3622}" dt="2025-11-24T07:19:32.968" v="3330" actId="14100"/>
          <ac:cxnSpMkLst>
            <pc:docMk/>
            <pc:sldMk cId="368759834" sldId="266"/>
            <ac:cxnSpMk id="101" creationId="{321D02A9-289D-B994-09B4-99A2B3F10194}"/>
          </ac:cxnSpMkLst>
        </pc:cxnChg>
        <pc:cxnChg chg="add mod">
          <ac:chgData name="Roychowdhury, Bijoyendra" userId="0ece5582-d89b-45fe-8aa3-8c5b65338656" providerId="ADAL" clId="{2C677017-4ECE-417C-8689-CC23DF9D3622}" dt="2025-11-24T07:22:12.242" v="3369" actId="14100"/>
          <ac:cxnSpMkLst>
            <pc:docMk/>
            <pc:sldMk cId="368759834" sldId="266"/>
            <ac:cxnSpMk id="104" creationId="{D47090D6-2F92-1AE4-440F-59EFB30AD4D1}"/>
          </ac:cxnSpMkLst>
        </pc:cxnChg>
        <pc:cxnChg chg="add mod">
          <ac:chgData name="Roychowdhury, Bijoyendra" userId="0ece5582-d89b-45fe-8aa3-8c5b65338656" providerId="ADAL" clId="{2C677017-4ECE-417C-8689-CC23DF9D3622}" dt="2025-11-24T07:06:53.471" v="3131" actId="1037"/>
          <ac:cxnSpMkLst>
            <pc:docMk/>
            <pc:sldMk cId="368759834" sldId="266"/>
            <ac:cxnSpMk id="111" creationId="{F651E48A-D51D-CD2D-0948-A7C1E5340473}"/>
          </ac:cxnSpMkLst>
        </pc:cxnChg>
        <pc:cxnChg chg="add mod">
          <ac:chgData name="Roychowdhury, Bijoyendra" userId="0ece5582-d89b-45fe-8aa3-8c5b65338656" providerId="ADAL" clId="{2C677017-4ECE-417C-8689-CC23DF9D3622}" dt="2025-11-24T07:20:54.525" v="3350" actId="1038"/>
          <ac:cxnSpMkLst>
            <pc:docMk/>
            <pc:sldMk cId="368759834" sldId="266"/>
            <ac:cxnSpMk id="125" creationId="{C307BB6A-7363-EC8F-19E0-7292056B10C6}"/>
          </ac:cxnSpMkLst>
        </pc:cxnChg>
        <pc:cxnChg chg="add mod">
          <ac:chgData name="Roychowdhury, Bijoyendra" userId="0ece5582-d89b-45fe-8aa3-8c5b65338656" providerId="ADAL" clId="{2C677017-4ECE-417C-8689-CC23DF9D3622}" dt="2025-11-24T07:19:01.260" v="3327" actId="1038"/>
          <ac:cxnSpMkLst>
            <pc:docMk/>
            <pc:sldMk cId="368759834" sldId="266"/>
            <ac:cxnSpMk id="128" creationId="{40F078FE-9AA3-CFF8-B641-CE3126817765}"/>
          </ac:cxnSpMkLst>
        </pc:cxnChg>
        <pc:cxnChg chg="add mod">
          <ac:chgData name="Roychowdhury, Bijoyendra" userId="0ece5582-d89b-45fe-8aa3-8c5b65338656" providerId="ADAL" clId="{2C677017-4ECE-417C-8689-CC23DF9D3622}" dt="2025-11-24T07:17:57.241" v="3269" actId="1038"/>
          <ac:cxnSpMkLst>
            <pc:docMk/>
            <pc:sldMk cId="368759834" sldId="266"/>
            <ac:cxnSpMk id="130" creationId="{0B41963F-4898-C560-0FB0-B7C91A4B4B2D}"/>
          </ac:cxnSpMkLst>
        </pc:cxnChg>
        <pc:cxnChg chg="add mod">
          <ac:chgData name="Roychowdhury, Bijoyendra" userId="0ece5582-d89b-45fe-8aa3-8c5b65338656" providerId="ADAL" clId="{2C677017-4ECE-417C-8689-CC23DF9D3622}" dt="2025-11-24T07:18:55.600" v="3320" actId="1038"/>
          <ac:cxnSpMkLst>
            <pc:docMk/>
            <pc:sldMk cId="368759834" sldId="266"/>
            <ac:cxnSpMk id="139" creationId="{11221E2F-59FA-53C1-9E6A-EE5AB001B5FE}"/>
          </ac:cxnSpMkLst>
        </pc:cxnChg>
        <pc:cxnChg chg="add mod">
          <ac:chgData name="Roychowdhury, Bijoyendra" userId="0ece5582-d89b-45fe-8aa3-8c5b65338656" providerId="ADAL" clId="{2C677017-4ECE-417C-8689-CC23DF9D3622}" dt="2025-11-24T07:20:05.959" v="3332" actId="14100"/>
          <ac:cxnSpMkLst>
            <pc:docMk/>
            <pc:sldMk cId="368759834" sldId="266"/>
            <ac:cxnSpMk id="142" creationId="{8BC55DEA-7185-E4EA-69FD-34EA60F299F2}"/>
          </ac:cxnSpMkLst>
        </pc:cxnChg>
        <pc:cxnChg chg="add mod">
          <ac:chgData name="Roychowdhury, Bijoyendra" userId="0ece5582-d89b-45fe-8aa3-8c5b65338656" providerId="ADAL" clId="{2C677017-4ECE-417C-8689-CC23DF9D3622}" dt="2025-11-24T07:22:05.307" v="3368" actId="14100"/>
          <ac:cxnSpMkLst>
            <pc:docMk/>
            <pc:sldMk cId="368759834" sldId="266"/>
            <ac:cxnSpMk id="165" creationId="{E42ECA92-1139-CA09-1E18-D8A3B7517769}"/>
          </ac:cxnSpMkLst>
        </pc:cxnChg>
      </pc:sldChg>
      <pc:sldChg chg="addSp modSp add mod">
        <pc:chgData name="Roychowdhury, Bijoyendra" userId="0ece5582-d89b-45fe-8aa3-8c5b65338656" providerId="ADAL" clId="{2C677017-4ECE-417C-8689-CC23DF9D3622}" dt="2025-12-07T10:19:35.230" v="3636" actId="1076"/>
        <pc:sldMkLst>
          <pc:docMk/>
          <pc:sldMk cId="3235340214" sldId="267"/>
        </pc:sldMkLst>
        <pc:spChg chg="add mod ord">
          <ac:chgData name="Roychowdhury, Bijoyendra" userId="0ece5582-d89b-45fe-8aa3-8c5b65338656" providerId="ADAL" clId="{2C677017-4ECE-417C-8689-CC23DF9D3622}" dt="2025-12-07T10:16:57.272" v="3559" actId="14100"/>
          <ac:spMkLst>
            <pc:docMk/>
            <pc:sldMk cId="3235340214" sldId="267"/>
            <ac:spMk id="2" creationId="{EEF53E54-1CA3-335C-A354-83A2562CFC79}"/>
          </ac:spMkLst>
        </pc:spChg>
        <pc:spChg chg="add mod ord">
          <ac:chgData name="Roychowdhury, Bijoyendra" userId="0ece5582-d89b-45fe-8aa3-8c5b65338656" providerId="ADAL" clId="{2C677017-4ECE-417C-8689-CC23DF9D3622}" dt="2025-12-07T10:16:57.272" v="3559" actId="14100"/>
          <ac:spMkLst>
            <pc:docMk/>
            <pc:sldMk cId="3235340214" sldId="267"/>
            <ac:spMk id="3" creationId="{7EEB29C7-C28F-6F22-EB70-971524F54938}"/>
          </ac:spMkLst>
        </pc:spChg>
        <pc:spChg chg="mod">
          <ac:chgData name="Roychowdhury, Bijoyendra" userId="0ece5582-d89b-45fe-8aa3-8c5b65338656" providerId="ADAL" clId="{2C677017-4ECE-417C-8689-CC23DF9D3622}" dt="2025-12-07T10:17:57.604" v="3573" actId="14100"/>
          <ac:spMkLst>
            <pc:docMk/>
            <pc:sldMk cId="3235340214" sldId="267"/>
            <ac:spMk id="4" creationId="{7D40020F-7921-79C6-1DB9-60E70EEC606E}"/>
          </ac:spMkLst>
        </pc:spChg>
        <pc:spChg chg="mod">
          <ac:chgData name="Roychowdhury, Bijoyendra" userId="0ece5582-d89b-45fe-8aa3-8c5b65338656" providerId="ADAL" clId="{2C677017-4ECE-417C-8689-CC23DF9D3622}" dt="2025-12-07T10:18:42.205" v="3625" actId="1035"/>
          <ac:spMkLst>
            <pc:docMk/>
            <pc:sldMk cId="3235340214" sldId="267"/>
            <ac:spMk id="10" creationId="{357547C5-8492-F67C-70EF-466F38B4979D}"/>
          </ac:spMkLst>
        </pc:spChg>
        <pc:spChg chg="mod">
          <ac:chgData name="Roychowdhury, Bijoyendra" userId="0ece5582-d89b-45fe-8aa3-8c5b65338656" providerId="ADAL" clId="{2C677017-4ECE-417C-8689-CC23DF9D3622}" dt="2025-12-07T10:16:29.335" v="3556" actId="14100"/>
          <ac:spMkLst>
            <pc:docMk/>
            <pc:sldMk cId="3235340214" sldId="267"/>
            <ac:spMk id="11" creationId="{162AD0CB-716E-87CD-4B6E-B4DCCA26F516}"/>
          </ac:spMkLst>
        </pc:spChg>
        <pc:spChg chg="mod">
          <ac:chgData name="Roychowdhury, Bijoyendra" userId="0ece5582-d89b-45fe-8aa3-8c5b65338656" providerId="ADAL" clId="{2C677017-4ECE-417C-8689-CC23DF9D3622}" dt="2025-12-07T10:17:37.421" v="3571" actId="20577"/>
          <ac:spMkLst>
            <pc:docMk/>
            <pc:sldMk cId="3235340214" sldId="267"/>
            <ac:spMk id="12" creationId="{88DEB83E-E872-1055-87A9-A53BCBED3296}"/>
          </ac:spMkLst>
        </pc:spChg>
        <pc:spChg chg="add mod ord">
          <ac:chgData name="Roychowdhury, Bijoyendra" userId="0ece5582-d89b-45fe-8aa3-8c5b65338656" providerId="ADAL" clId="{2C677017-4ECE-417C-8689-CC23DF9D3622}" dt="2025-12-07T10:16:57.272" v="3559" actId="14100"/>
          <ac:spMkLst>
            <pc:docMk/>
            <pc:sldMk cId="3235340214" sldId="267"/>
            <ac:spMk id="13" creationId="{358CFA89-4B21-4016-7D5E-9E3F7D3CB132}"/>
          </ac:spMkLst>
        </pc:spChg>
        <pc:spChg chg="add mod ord">
          <ac:chgData name="Roychowdhury, Bijoyendra" userId="0ece5582-d89b-45fe-8aa3-8c5b65338656" providerId="ADAL" clId="{2C677017-4ECE-417C-8689-CC23DF9D3622}" dt="2025-12-07T10:16:57.272" v="3559" actId="14100"/>
          <ac:spMkLst>
            <pc:docMk/>
            <pc:sldMk cId="3235340214" sldId="267"/>
            <ac:spMk id="14" creationId="{C81B5967-2218-AEA1-BD7C-989023BC0919}"/>
          </ac:spMkLst>
        </pc:spChg>
        <pc:spChg chg="add mod">
          <ac:chgData name="Roychowdhury, Bijoyendra" userId="0ece5582-d89b-45fe-8aa3-8c5b65338656" providerId="ADAL" clId="{2C677017-4ECE-417C-8689-CC23DF9D3622}" dt="2025-12-07T10:17:32.568" v="3570" actId="20577"/>
          <ac:spMkLst>
            <pc:docMk/>
            <pc:sldMk cId="3235340214" sldId="267"/>
            <ac:spMk id="20" creationId="{698A86B1-8345-C387-1A68-5FB1D35FC30D}"/>
          </ac:spMkLst>
        </pc:spChg>
        <pc:spChg chg="add mod">
          <ac:chgData name="Roychowdhury, Bijoyendra" userId="0ece5582-d89b-45fe-8aa3-8c5b65338656" providerId="ADAL" clId="{2C677017-4ECE-417C-8689-CC23DF9D3622}" dt="2025-12-07T10:19:35.230" v="3636" actId="1076"/>
          <ac:spMkLst>
            <pc:docMk/>
            <pc:sldMk cId="3235340214" sldId="267"/>
            <ac:spMk id="28" creationId="{050412ED-9424-5BB0-07A9-96946F9C1D2B}"/>
          </ac:spMkLst>
        </pc:spChg>
        <pc:cxnChg chg="mod">
          <ac:chgData name="Roychowdhury, Bijoyendra" userId="0ece5582-d89b-45fe-8aa3-8c5b65338656" providerId="ADAL" clId="{2C677017-4ECE-417C-8689-CC23DF9D3622}" dt="2025-12-07T10:16:29.335" v="3556" actId="14100"/>
          <ac:cxnSpMkLst>
            <pc:docMk/>
            <pc:sldMk cId="3235340214" sldId="267"/>
            <ac:cxnSpMk id="15" creationId="{56B84961-E037-8A9E-DA10-36F230A135CA}"/>
          </ac:cxnSpMkLst>
        </pc:cxnChg>
        <pc:cxnChg chg="mod">
          <ac:chgData name="Roychowdhury, Bijoyendra" userId="0ece5582-d89b-45fe-8aa3-8c5b65338656" providerId="ADAL" clId="{2C677017-4ECE-417C-8689-CC23DF9D3622}" dt="2025-12-07T10:16:29.335" v="3556" actId="14100"/>
          <ac:cxnSpMkLst>
            <pc:docMk/>
            <pc:sldMk cId="3235340214" sldId="267"/>
            <ac:cxnSpMk id="17" creationId="{A46BB481-E9FF-CB1B-DEBD-E4B0A7BA1B49}"/>
          </ac:cxnSpMkLst>
        </pc:cxnChg>
        <pc:cxnChg chg="add mod">
          <ac:chgData name="Roychowdhury, Bijoyendra" userId="0ece5582-d89b-45fe-8aa3-8c5b65338656" providerId="ADAL" clId="{2C677017-4ECE-417C-8689-CC23DF9D3622}" dt="2025-12-07T10:18:59.549" v="3627" actId="13822"/>
          <ac:cxnSpMkLst>
            <pc:docMk/>
            <pc:sldMk cId="3235340214" sldId="267"/>
            <ac:cxnSpMk id="27" creationId="{1FBD2E6E-20BC-C2F6-971D-74FF8EC6652C}"/>
          </ac:cxnSpMkLst>
        </pc:cxnChg>
        <pc:cxnChg chg="mod">
          <ac:chgData name="Roychowdhury, Bijoyendra" userId="0ece5582-d89b-45fe-8aa3-8c5b65338656" providerId="ADAL" clId="{2C677017-4ECE-417C-8689-CC23DF9D3622}" dt="2025-12-07T10:18:42.205" v="3625" actId="1035"/>
          <ac:cxnSpMkLst>
            <pc:docMk/>
            <pc:sldMk cId="3235340214" sldId="267"/>
            <ac:cxnSpMk id="48" creationId="{A569F175-24C7-F181-9597-9A66D2A27D1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45100-2B7E-4120-DA29-173F329FF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AF5EF1-B860-402F-96E6-D77E65EA4A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A127D-3398-B023-8333-51679E56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EA70-D1BA-4443-85F2-09CD953C445D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31B7C-20A7-0408-DC4D-2169F4ED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780E5-A849-5BE0-B75E-100E335E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D46A-79FD-46C3-B766-508B155A5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041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8CBE-F590-23BF-E2E2-12F3D694C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47873-78F1-0E17-1939-32FD9DF26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F1A94-88C5-35B8-637A-E7F35FB9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EA70-D1BA-4443-85F2-09CD953C445D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65786-4EEE-2CFB-2996-7D6E0C4C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B8F5C-5DF6-EC4E-4D27-35FE9819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D46A-79FD-46C3-B766-508B155A5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405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51E9A-E458-D747-CB26-B9A1E0AAE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0C4D8-1FA0-3BDD-EEDC-B55761B73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5DE5A-56A3-A40D-C638-92EE7668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EA70-D1BA-4443-85F2-09CD953C445D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13F32-D5C3-DEAE-E687-1A2AC2860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703BC-7130-31F1-1C8B-EAA9FCE7B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D46A-79FD-46C3-B766-508B155A5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001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88EF-8070-16DB-4022-9E50D2A4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8794B-2E20-C322-C374-8E5BA2E28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1D576-91D1-FB80-2915-E65ECFD50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67E66-A69F-D690-A3D1-37C120E94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EA70-D1BA-4443-85F2-09CD953C445D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7CD99-3F5B-01EC-FCF6-BED879F6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B9D22-1CED-5D15-B2ED-18CB3587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D46A-79FD-46C3-B766-508B155A5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3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C89EC-8D8D-2736-A03A-B75F1187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10F8F-DAC4-CA6E-9DF8-EC19AD414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24B93-9446-E0CE-05A3-63C375BF5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934FC5-B0D0-5192-DAFE-B3E3F286C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5E933-921B-09B1-8750-2CFC27AAD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AB16A8-E16B-C16D-5EB1-1FD3E5DFF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EA70-D1BA-4443-85F2-09CD953C445D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6D605B-61E5-DAFD-D031-2D54BAF5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388BAE-903B-5216-16A9-EB212D4A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D46A-79FD-46C3-B766-508B155A5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7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9F6D1-4314-D6C9-AFA4-C634FA77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75A650-5D67-B2A3-362C-BC5768E42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EA70-D1BA-4443-85F2-09CD953C445D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92D2EC-D216-C932-83FB-86481F6D7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84C3C-627C-642D-9D01-F07DA216D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D46A-79FD-46C3-B766-508B155A5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60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BCD0E9-409E-6819-9707-549C9E86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EA70-D1BA-4443-85F2-09CD953C445D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09F95-F073-1663-8F81-7D0EB59D6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0ADF9-B849-0EC0-C400-5F4C76AC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D46A-79FD-46C3-B766-508B155A5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752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1B020-147E-8E22-C25F-D73DA174D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B9E1-8AB6-61C8-2ED4-5AE402B0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0C05D-790E-16CC-DF8D-DE9A27699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9E4AF-730E-CAE5-C0E0-65CD9EC0D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EA70-D1BA-4443-85F2-09CD953C445D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BF2FA-9F58-3435-B941-253A75162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7DD31-5883-6234-1508-8082EB80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D46A-79FD-46C3-B766-508B155A5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294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F04D4-5D79-B825-6672-D0AD50EEA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62B1A-26CA-79FE-A3C9-558151E34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6CC89-BFB2-21E3-94C8-6DB97F802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47588-4073-4BE8-8EAA-2CDB2DA09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EA70-D1BA-4443-85F2-09CD953C445D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45826-6800-D4EC-5403-9D232DFCA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C4CE6-FBC1-AFB0-BC9F-81FF213BC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D46A-79FD-46C3-B766-508B155A5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60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5E2F-CF07-8274-0B95-0E3D738D9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16350-609C-684C-8348-94BF35C41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6BABF-9A91-529A-AAE8-884EC41F5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EA70-D1BA-4443-85F2-09CD953C445D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6BDC4-310D-FE35-8F92-857C7B864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A5E0B-9A3E-C4F6-0926-AA56963BC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D46A-79FD-46C3-B766-508B155A5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255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626818-8180-1C18-4DB6-F401AC141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3AD23-F3E6-B7FF-FECC-2AC5651D0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DBC3E-214E-FE96-3F33-32398F00C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EA70-D1BA-4443-85F2-09CD953C445D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8A05E-65D7-0401-53A3-77D3CFF12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49626-685A-686C-7E4D-E638735D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BD46A-79FD-46C3-B766-508B155A5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40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2BEF39-ADE3-CD9C-A309-FAFC27741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003AE-0D6E-BFC1-B47F-061760655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3C7CA-E08F-8D75-EBB6-2CBBB9FBF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BEA70-D1BA-4443-85F2-09CD953C445D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54430-AED3-068C-03D4-9E9D08FC5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F6091-7A91-01A9-F446-7CB3DE969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BD46A-79FD-46C3-B766-508B155A5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950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BF9BA82-C880-C8DF-D51A-4C2298B57B52}"/>
              </a:ext>
            </a:extLst>
          </p:cNvPr>
          <p:cNvSpPr/>
          <p:nvPr/>
        </p:nvSpPr>
        <p:spPr>
          <a:xfrm>
            <a:off x="6046295" y="961079"/>
            <a:ext cx="1769310" cy="1288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sz="1100" b="1" dirty="0"/>
              <a:t>IAMs of CSPs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840D0A-3988-D782-0552-3738D9FD7DE9}"/>
              </a:ext>
            </a:extLst>
          </p:cNvPr>
          <p:cNvSpPr/>
          <p:nvPr/>
        </p:nvSpPr>
        <p:spPr>
          <a:xfrm>
            <a:off x="2193201" y="559994"/>
            <a:ext cx="1596273" cy="40603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sz="1100" b="1" dirty="0"/>
              <a:t>Multi-cloud identity management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1CF666-506D-01D4-609B-14992F854A12}"/>
              </a:ext>
            </a:extLst>
          </p:cNvPr>
          <p:cNvSpPr/>
          <p:nvPr/>
        </p:nvSpPr>
        <p:spPr>
          <a:xfrm>
            <a:off x="2314849" y="1082916"/>
            <a:ext cx="1287703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Identity Register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E2742F-A03F-F06A-75DA-BBE0DD1BF502}"/>
              </a:ext>
            </a:extLst>
          </p:cNvPr>
          <p:cNvSpPr/>
          <p:nvPr/>
        </p:nvSpPr>
        <p:spPr>
          <a:xfrm>
            <a:off x="2313326" y="1875957"/>
            <a:ext cx="1287703" cy="4632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Identity Provider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F44561-5058-D53F-CB78-F0EB8B3A54CB}"/>
              </a:ext>
            </a:extLst>
          </p:cNvPr>
          <p:cNvSpPr/>
          <p:nvPr/>
        </p:nvSpPr>
        <p:spPr>
          <a:xfrm>
            <a:off x="2314849" y="3349521"/>
            <a:ext cx="1294492" cy="565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Identity Management Authority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B48CA7-6CB8-D159-A1DE-13E9F938521B}"/>
              </a:ext>
            </a:extLst>
          </p:cNvPr>
          <p:cNvSpPr/>
          <p:nvPr/>
        </p:nvSpPr>
        <p:spPr>
          <a:xfrm>
            <a:off x="2471093" y="4906303"/>
            <a:ext cx="960814" cy="565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Auditor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786408-2EC2-903C-2042-41D8BC34EBF4}"/>
              </a:ext>
            </a:extLst>
          </p:cNvPr>
          <p:cNvSpPr/>
          <p:nvPr/>
        </p:nvSpPr>
        <p:spPr>
          <a:xfrm>
            <a:off x="2221387" y="2700875"/>
            <a:ext cx="1474625" cy="30509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b="1" dirty="0"/>
              <a:t>Principal – CSP/CSU (</a:t>
            </a:r>
            <a:r>
              <a:rPr lang="en-US" sz="1100" b="1" dirty="0"/>
              <a:t>via SSO, MFA, etc</a:t>
            </a:r>
            <a:r>
              <a:rPr lang="en-IN" sz="1100" b="1" dirty="0"/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7BF9F2-F42E-6666-36C7-75487929F370}"/>
              </a:ext>
            </a:extLst>
          </p:cNvPr>
          <p:cNvSpPr/>
          <p:nvPr/>
        </p:nvSpPr>
        <p:spPr>
          <a:xfrm>
            <a:off x="6046294" y="3317175"/>
            <a:ext cx="1769310" cy="565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Relying Party Apps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746F9E-3A9C-0908-3E57-DA0F5D134EB5}"/>
              </a:ext>
            </a:extLst>
          </p:cNvPr>
          <p:cNvSpPr/>
          <p:nvPr/>
        </p:nvSpPr>
        <p:spPr>
          <a:xfrm>
            <a:off x="6305475" y="1343570"/>
            <a:ext cx="1250949" cy="565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IDPs of CSPs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65940BA7-5007-E744-0BCA-53606E7D504B}"/>
              </a:ext>
            </a:extLst>
          </p:cNvPr>
          <p:cNvCxnSpPr>
            <a:stCxn id="5" idx="3"/>
            <a:endCxn id="11" idx="1"/>
          </p:cNvCxnSpPr>
          <p:nvPr/>
        </p:nvCxnSpPr>
        <p:spPr>
          <a:xfrm>
            <a:off x="3602552" y="1314541"/>
            <a:ext cx="2702923" cy="31184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94A66BE0-D8A7-530B-4EB7-64E2BCA4F074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3601029" y="1626390"/>
            <a:ext cx="2704446" cy="48119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C923ED6-5B91-8B35-BC54-97149B6F3EF3}"/>
              </a:ext>
            </a:extLst>
          </p:cNvPr>
          <p:cNvSpPr txBox="1"/>
          <p:nvPr/>
        </p:nvSpPr>
        <p:spPr>
          <a:xfrm>
            <a:off x="3911122" y="1007005"/>
            <a:ext cx="12635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Federation/Trust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722E74-0951-D7A5-A6D6-1C56CEB4B428}"/>
              </a:ext>
            </a:extLst>
          </p:cNvPr>
          <p:cNvSpPr txBox="1"/>
          <p:nvPr/>
        </p:nvSpPr>
        <p:spPr>
          <a:xfrm>
            <a:off x="3849212" y="2159535"/>
            <a:ext cx="12635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Sync/Provision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A049C0F-CE6F-27DD-8DB9-638A7E516B08}"/>
              </a:ext>
            </a:extLst>
          </p:cNvPr>
          <p:cNvCxnSpPr>
            <a:stCxn id="6" idx="0"/>
            <a:endCxn id="5" idx="2"/>
          </p:cNvCxnSpPr>
          <p:nvPr/>
        </p:nvCxnSpPr>
        <p:spPr>
          <a:xfrm flipV="1">
            <a:off x="2957178" y="1546166"/>
            <a:ext cx="1523" cy="329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D431EA-548D-A2BC-C18A-0534FC0E4195}"/>
              </a:ext>
            </a:extLst>
          </p:cNvPr>
          <p:cNvCxnSpPr>
            <a:endCxn id="6" idx="2"/>
          </p:cNvCxnSpPr>
          <p:nvPr/>
        </p:nvCxnSpPr>
        <p:spPr>
          <a:xfrm flipV="1">
            <a:off x="2957177" y="2339208"/>
            <a:ext cx="1" cy="361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98274B3-A3B8-65DE-B8E6-846E473172FD}"/>
              </a:ext>
            </a:extLst>
          </p:cNvPr>
          <p:cNvCxnSpPr>
            <a:stCxn id="9" idx="2"/>
            <a:endCxn id="7" idx="0"/>
          </p:cNvCxnSpPr>
          <p:nvPr/>
        </p:nvCxnSpPr>
        <p:spPr>
          <a:xfrm>
            <a:off x="2958700" y="3005966"/>
            <a:ext cx="3395" cy="343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CAF137A-79AB-2D9E-6A75-0C93544CE9D5}"/>
              </a:ext>
            </a:extLst>
          </p:cNvPr>
          <p:cNvCxnSpPr>
            <a:stCxn id="8" idx="0"/>
            <a:endCxn id="7" idx="2"/>
          </p:cNvCxnSpPr>
          <p:nvPr/>
        </p:nvCxnSpPr>
        <p:spPr>
          <a:xfrm flipV="1">
            <a:off x="2951500" y="3915160"/>
            <a:ext cx="10595" cy="991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5A9DC62C-6FD3-F901-47D6-7E529238B866}"/>
              </a:ext>
            </a:extLst>
          </p:cNvPr>
          <p:cNvSpPr/>
          <p:nvPr/>
        </p:nvSpPr>
        <p:spPr>
          <a:xfrm>
            <a:off x="6046294" y="4909342"/>
            <a:ext cx="1769310" cy="565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Regulatory Body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A7D4262-BDDC-B302-CFCE-F44FC04FB459}"/>
              </a:ext>
            </a:extLst>
          </p:cNvPr>
          <p:cNvCxnSpPr>
            <a:endCxn id="10" idx="1"/>
          </p:cNvCxnSpPr>
          <p:nvPr/>
        </p:nvCxnSpPr>
        <p:spPr>
          <a:xfrm>
            <a:off x="3609341" y="3599994"/>
            <a:ext cx="243695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667BA48-B133-998E-0245-3CBDEB7D4014}"/>
              </a:ext>
            </a:extLst>
          </p:cNvPr>
          <p:cNvSpPr txBox="1"/>
          <p:nvPr/>
        </p:nvSpPr>
        <p:spPr>
          <a:xfrm>
            <a:off x="4321484" y="3258006"/>
            <a:ext cx="12635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Policy / Control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9B5E630-EAA0-1C0C-8934-589E38DABE0E}"/>
              </a:ext>
            </a:extLst>
          </p:cNvPr>
          <p:cNvCxnSpPr>
            <a:stCxn id="41" idx="1"/>
            <a:endCxn id="8" idx="3"/>
          </p:cNvCxnSpPr>
          <p:nvPr/>
        </p:nvCxnSpPr>
        <p:spPr>
          <a:xfrm flipH="1" flipV="1">
            <a:off x="3431907" y="5189123"/>
            <a:ext cx="2614387" cy="3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CAF9FAC-2C59-81B7-6E74-9A6BEE40E8A4}"/>
              </a:ext>
            </a:extLst>
          </p:cNvPr>
          <p:cNvSpPr txBox="1"/>
          <p:nvPr/>
        </p:nvSpPr>
        <p:spPr>
          <a:xfrm>
            <a:off x="4312947" y="4830796"/>
            <a:ext cx="12635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Monitoring/Audit</a:t>
            </a:r>
          </a:p>
        </p:txBody>
      </p:sp>
    </p:spTree>
    <p:extLst>
      <p:ext uri="{BB962C8B-B14F-4D97-AF65-F5344CB8AC3E}">
        <p14:creationId xmlns:p14="http://schemas.microsoft.com/office/powerpoint/2010/main" val="3667216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640C4-12A8-E9F8-6D17-C5BD23B32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0">
            <a:extLst>
              <a:ext uri="{FF2B5EF4-FFF2-40B4-BE49-F238E27FC236}">
                <a16:creationId xmlns:a16="http://schemas.microsoft.com/office/drawing/2014/main" id="{EEF53E54-1CA3-335C-A354-83A2562CFC79}"/>
              </a:ext>
            </a:extLst>
          </p:cNvPr>
          <p:cNvSpPr/>
          <p:nvPr/>
        </p:nvSpPr>
        <p:spPr>
          <a:xfrm>
            <a:off x="5655308" y="428013"/>
            <a:ext cx="2076201" cy="362715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11">
            <a:extLst>
              <a:ext uri="{FF2B5EF4-FFF2-40B4-BE49-F238E27FC236}">
                <a16:creationId xmlns:a16="http://schemas.microsoft.com/office/drawing/2014/main" id="{7EEB29C7-C28F-6F22-EB70-971524F54938}"/>
              </a:ext>
            </a:extLst>
          </p:cNvPr>
          <p:cNvSpPr/>
          <p:nvPr/>
        </p:nvSpPr>
        <p:spPr>
          <a:xfrm>
            <a:off x="5746750" y="512044"/>
            <a:ext cx="2076201" cy="362715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8CFA89-4B21-4016-7D5E-9E3F7D3CB132}"/>
              </a:ext>
            </a:extLst>
          </p:cNvPr>
          <p:cNvSpPr/>
          <p:nvPr/>
        </p:nvSpPr>
        <p:spPr>
          <a:xfrm>
            <a:off x="5807708" y="580413"/>
            <a:ext cx="2076201" cy="362715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81B5967-2218-AEA1-BD7C-989023BC0919}"/>
              </a:ext>
            </a:extLst>
          </p:cNvPr>
          <p:cNvSpPr/>
          <p:nvPr/>
        </p:nvSpPr>
        <p:spPr>
          <a:xfrm>
            <a:off x="5899150" y="664444"/>
            <a:ext cx="2076201" cy="362715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DEB83E-E872-1055-87A9-A53BCBED3296}"/>
              </a:ext>
            </a:extLst>
          </p:cNvPr>
          <p:cNvSpPr/>
          <p:nvPr/>
        </p:nvSpPr>
        <p:spPr>
          <a:xfrm>
            <a:off x="6046295" y="961079"/>
            <a:ext cx="1755504" cy="13741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sz="1100" b="1" dirty="0"/>
              <a:t>IAM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40020F-7921-79C6-1DB9-60E70EEC606E}"/>
              </a:ext>
            </a:extLst>
          </p:cNvPr>
          <p:cNvSpPr/>
          <p:nvPr/>
        </p:nvSpPr>
        <p:spPr>
          <a:xfrm>
            <a:off x="2193201" y="428013"/>
            <a:ext cx="1596273" cy="38635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sz="1100" b="1" dirty="0"/>
              <a:t>Multi-cloud identity management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6CA8AC-5FB0-11DE-E432-70C8CBD32707}"/>
              </a:ext>
            </a:extLst>
          </p:cNvPr>
          <p:cNvSpPr/>
          <p:nvPr/>
        </p:nvSpPr>
        <p:spPr>
          <a:xfrm>
            <a:off x="2314849" y="1082916"/>
            <a:ext cx="1287703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Identity Register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C6A3D2-510F-2A6E-F69D-9E09EEB6A5B6}"/>
              </a:ext>
            </a:extLst>
          </p:cNvPr>
          <p:cNvSpPr/>
          <p:nvPr/>
        </p:nvSpPr>
        <p:spPr>
          <a:xfrm>
            <a:off x="2313326" y="1875957"/>
            <a:ext cx="1287703" cy="4632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Identity Provider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A951AF-A7F6-7F65-197F-9CB43F6C3523}"/>
              </a:ext>
            </a:extLst>
          </p:cNvPr>
          <p:cNvSpPr/>
          <p:nvPr/>
        </p:nvSpPr>
        <p:spPr>
          <a:xfrm>
            <a:off x="2314849" y="3349521"/>
            <a:ext cx="1294492" cy="565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Identity Management Authority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7ABB0E-C948-DEA3-97D4-F1867868C862}"/>
              </a:ext>
            </a:extLst>
          </p:cNvPr>
          <p:cNvSpPr/>
          <p:nvPr/>
        </p:nvSpPr>
        <p:spPr>
          <a:xfrm>
            <a:off x="2471093" y="4906303"/>
            <a:ext cx="960814" cy="565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Auditor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C1B986-640A-0891-AB0B-E2722F2B0A27}"/>
              </a:ext>
            </a:extLst>
          </p:cNvPr>
          <p:cNvSpPr/>
          <p:nvPr/>
        </p:nvSpPr>
        <p:spPr>
          <a:xfrm>
            <a:off x="2221387" y="2700875"/>
            <a:ext cx="1474625" cy="30509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b="1" dirty="0"/>
              <a:t>Principal – CSP/CSU (</a:t>
            </a:r>
            <a:r>
              <a:rPr lang="en-US" sz="1100" b="1" dirty="0"/>
              <a:t>via SSO, MFA, etc</a:t>
            </a:r>
            <a:r>
              <a:rPr lang="en-IN" sz="1100" b="1" dirty="0"/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7547C5-8492-F67C-70EF-466F38B4979D}"/>
              </a:ext>
            </a:extLst>
          </p:cNvPr>
          <p:cNvSpPr/>
          <p:nvPr/>
        </p:nvSpPr>
        <p:spPr>
          <a:xfrm>
            <a:off x="6046294" y="3325439"/>
            <a:ext cx="1746173" cy="565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Relying Cloud Services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2AD0CB-716E-87CD-4B6E-B4DCCA26F516}"/>
              </a:ext>
            </a:extLst>
          </p:cNvPr>
          <p:cNvSpPr/>
          <p:nvPr/>
        </p:nvSpPr>
        <p:spPr>
          <a:xfrm>
            <a:off x="6305475" y="1343570"/>
            <a:ext cx="1250949" cy="565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Identity Providers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6B84961-E037-8A9E-DA10-36F230A135CA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3602552" y="1314541"/>
            <a:ext cx="2702923" cy="31184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A46BB481-E9FF-CB1B-DEBD-E4B0A7BA1B49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3601029" y="1626390"/>
            <a:ext cx="2704446" cy="48119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86DB7AF-846B-064C-57D0-E8D3FB7B9B89}"/>
              </a:ext>
            </a:extLst>
          </p:cNvPr>
          <p:cNvSpPr txBox="1"/>
          <p:nvPr/>
        </p:nvSpPr>
        <p:spPr>
          <a:xfrm>
            <a:off x="3911122" y="1007005"/>
            <a:ext cx="12635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Federation/Trust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8DADD-527B-8826-0AED-12BDC6D6326A}"/>
              </a:ext>
            </a:extLst>
          </p:cNvPr>
          <p:cNvSpPr txBox="1"/>
          <p:nvPr/>
        </p:nvSpPr>
        <p:spPr>
          <a:xfrm>
            <a:off x="3849212" y="2159535"/>
            <a:ext cx="12635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Sync/Provision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EF722D8-D977-B9F9-44FC-4B5974C7E7D2}"/>
              </a:ext>
            </a:extLst>
          </p:cNvPr>
          <p:cNvCxnSpPr>
            <a:stCxn id="6" idx="0"/>
            <a:endCxn id="5" idx="2"/>
          </p:cNvCxnSpPr>
          <p:nvPr/>
        </p:nvCxnSpPr>
        <p:spPr>
          <a:xfrm flipV="1">
            <a:off x="2957178" y="1546166"/>
            <a:ext cx="1523" cy="329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5AE4AF4-A9FA-6ADD-B8AE-E0AD8005BC0B}"/>
              </a:ext>
            </a:extLst>
          </p:cNvPr>
          <p:cNvCxnSpPr>
            <a:endCxn id="6" idx="2"/>
          </p:cNvCxnSpPr>
          <p:nvPr/>
        </p:nvCxnSpPr>
        <p:spPr>
          <a:xfrm flipV="1">
            <a:off x="2957177" y="2339208"/>
            <a:ext cx="1" cy="361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5F58529-B259-DD74-A844-20C5C860A772}"/>
              </a:ext>
            </a:extLst>
          </p:cNvPr>
          <p:cNvCxnSpPr>
            <a:stCxn id="9" idx="2"/>
            <a:endCxn id="7" idx="0"/>
          </p:cNvCxnSpPr>
          <p:nvPr/>
        </p:nvCxnSpPr>
        <p:spPr>
          <a:xfrm>
            <a:off x="2958700" y="3005966"/>
            <a:ext cx="3395" cy="343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EF10DD4-8467-DC7C-71A9-E426CD009F70}"/>
              </a:ext>
            </a:extLst>
          </p:cNvPr>
          <p:cNvCxnSpPr>
            <a:stCxn id="8" idx="0"/>
            <a:endCxn id="7" idx="2"/>
          </p:cNvCxnSpPr>
          <p:nvPr/>
        </p:nvCxnSpPr>
        <p:spPr>
          <a:xfrm flipV="1">
            <a:off x="2951500" y="3915160"/>
            <a:ext cx="10595" cy="991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DE46860-CE50-ED33-EE71-8385F6D06D1D}"/>
              </a:ext>
            </a:extLst>
          </p:cNvPr>
          <p:cNvSpPr/>
          <p:nvPr/>
        </p:nvSpPr>
        <p:spPr>
          <a:xfrm>
            <a:off x="6046294" y="4909342"/>
            <a:ext cx="1769310" cy="565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Regulatory Body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569F175-24C7-F181-9597-9A66D2A27D14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609341" y="3608258"/>
            <a:ext cx="243695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111D98D-A50D-8B81-BEBB-F9ADDEA56B75}"/>
              </a:ext>
            </a:extLst>
          </p:cNvPr>
          <p:cNvSpPr txBox="1"/>
          <p:nvPr/>
        </p:nvSpPr>
        <p:spPr>
          <a:xfrm>
            <a:off x="4321484" y="3258006"/>
            <a:ext cx="12635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Policy / Control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F1B8143-ECCB-5A63-2E04-A1C8E4E46F95}"/>
              </a:ext>
            </a:extLst>
          </p:cNvPr>
          <p:cNvCxnSpPr>
            <a:stCxn id="41" idx="1"/>
            <a:endCxn id="8" idx="3"/>
          </p:cNvCxnSpPr>
          <p:nvPr/>
        </p:nvCxnSpPr>
        <p:spPr>
          <a:xfrm flipH="1" flipV="1">
            <a:off x="3431907" y="5189123"/>
            <a:ext cx="2614387" cy="3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8B4AA80-C996-0E78-D1E3-7D51D695901E}"/>
              </a:ext>
            </a:extLst>
          </p:cNvPr>
          <p:cNvSpPr txBox="1"/>
          <p:nvPr/>
        </p:nvSpPr>
        <p:spPr>
          <a:xfrm>
            <a:off x="4312947" y="4830796"/>
            <a:ext cx="12635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Monitoring/Audit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8A86B1-8345-C387-1A68-5FB1D35FC30D}"/>
              </a:ext>
            </a:extLst>
          </p:cNvPr>
          <p:cNvSpPr txBox="1"/>
          <p:nvPr/>
        </p:nvSpPr>
        <p:spPr>
          <a:xfrm>
            <a:off x="6453881" y="704691"/>
            <a:ext cx="95413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latin typeface="Arial" panose="020B0604020202020204" pitchFamily="34" charset="0"/>
                <a:cs typeface="Arial" panose="020B0604020202020204" pitchFamily="34" charset="0"/>
              </a:rPr>
              <a:t>CSPs</a:t>
            </a:r>
            <a:endParaRPr lang="ko-KR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FBD2E6E-20BC-C2F6-971D-74FF8EC6652C}"/>
              </a:ext>
            </a:extLst>
          </p:cNvPr>
          <p:cNvCxnSpPr>
            <a:stCxn id="10" idx="2"/>
            <a:endCxn id="41" idx="0"/>
          </p:cNvCxnSpPr>
          <p:nvPr/>
        </p:nvCxnSpPr>
        <p:spPr>
          <a:xfrm>
            <a:off x="6919381" y="3891078"/>
            <a:ext cx="11568" cy="1018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50412ED-9424-5BB0-07A9-96946F9C1D2B}"/>
              </a:ext>
            </a:extLst>
          </p:cNvPr>
          <p:cNvSpPr txBox="1"/>
          <p:nvPr/>
        </p:nvSpPr>
        <p:spPr>
          <a:xfrm>
            <a:off x="6982511" y="4425499"/>
            <a:ext cx="10232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Monitoring/Audit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340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81C2A-C3DC-D2AF-FD9B-5A68EBABC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59B02576-9E5A-BB30-D507-36CB672BE8A5}"/>
              </a:ext>
            </a:extLst>
          </p:cNvPr>
          <p:cNvSpPr/>
          <p:nvPr/>
        </p:nvSpPr>
        <p:spPr>
          <a:xfrm>
            <a:off x="1014293" y="1859936"/>
            <a:ext cx="8437063" cy="21520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sz="1100" b="1" dirty="0"/>
              <a:t>Identity Register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2E3220-5923-2E77-B7D0-7ED546C1D05D}"/>
              </a:ext>
            </a:extLst>
          </p:cNvPr>
          <p:cNvSpPr/>
          <p:nvPr/>
        </p:nvSpPr>
        <p:spPr>
          <a:xfrm>
            <a:off x="1691162" y="933435"/>
            <a:ext cx="1428556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IMA</a:t>
            </a:r>
          </a:p>
          <a:p>
            <a:pPr algn="ctr"/>
            <a:r>
              <a:rPr lang="en-IN" sz="1100" dirty="0"/>
              <a:t>(Policies)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7CCB35-B220-DE8E-5A56-69BABC18D69A}"/>
              </a:ext>
            </a:extLst>
          </p:cNvPr>
          <p:cNvSpPr/>
          <p:nvPr/>
        </p:nvSpPr>
        <p:spPr>
          <a:xfrm>
            <a:off x="3572473" y="933435"/>
            <a:ext cx="1491309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IRA</a:t>
            </a:r>
          </a:p>
          <a:p>
            <a:pPr algn="ctr"/>
            <a:r>
              <a:rPr lang="en-IN" sz="1100" dirty="0"/>
              <a:t>(Proofing)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98E642-9F5B-72B4-71AA-65C2A800D4C0}"/>
              </a:ext>
            </a:extLst>
          </p:cNvPr>
          <p:cNvSpPr/>
          <p:nvPr/>
        </p:nvSpPr>
        <p:spPr>
          <a:xfrm>
            <a:off x="1691162" y="2172769"/>
            <a:ext cx="1428556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Identity Register</a:t>
            </a:r>
          </a:p>
          <a:p>
            <a:pPr algn="ctr"/>
            <a:r>
              <a:rPr lang="en-IN" sz="1100" dirty="0"/>
              <a:t>(IR)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AABB83-BB72-4CDE-40AA-70E33147B12E}"/>
              </a:ext>
            </a:extLst>
          </p:cNvPr>
          <p:cNvSpPr/>
          <p:nvPr/>
        </p:nvSpPr>
        <p:spPr>
          <a:xfrm>
            <a:off x="3572473" y="2172769"/>
            <a:ext cx="1491309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Credential Register</a:t>
            </a:r>
          </a:p>
          <a:p>
            <a:pPr algn="ctr"/>
            <a:r>
              <a:rPr lang="en-IN" sz="1100" dirty="0"/>
              <a:t>(CR)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084952-2EE6-3016-17E4-05A50EA2FEF3}"/>
              </a:ext>
            </a:extLst>
          </p:cNvPr>
          <p:cNvSpPr/>
          <p:nvPr/>
        </p:nvSpPr>
        <p:spPr>
          <a:xfrm>
            <a:off x="5470393" y="2172769"/>
            <a:ext cx="1491309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Attribute Repository</a:t>
            </a:r>
          </a:p>
          <a:p>
            <a:pPr algn="ctr"/>
            <a:r>
              <a:rPr lang="en-IN" sz="1100" dirty="0"/>
              <a:t>(AR)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A9A3AC-CF88-7F86-BAF0-1F269B6E9DB3}"/>
              </a:ext>
            </a:extLst>
          </p:cNvPr>
          <p:cNvSpPr/>
          <p:nvPr/>
        </p:nvSpPr>
        <p:spPr>
          <a:xfrm>
            <a:off x="7368954" y="2172769"/>
            <a:ext cx="1491309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Metadata and Consent Repository (MR)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C739C2-B6EB-8A2A-B85B-ED0A82673EE3}"/>
              </a:ext>
            </a:extLst>
          </p:cNvPr>
          <p:cNvCxnSpPr>
            <a:stCxn id="2" idx="2"/>
            <a:endCxn id="13" idx="0"/>
          </p:cNvCxnSpPr>
          <p:nvPr/>
        </p:nvCxnSpPr>
        <p:spPr>
          <a:xfrm>
            <a:off x="2405440" y="1396685"/>
            <a:ext cx="0" cy="77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0C0ECF8-17EB-94B0-49EA-EC5735E08502}"/>
              </a:ext>
            </a:extLst>
          </p:cNvPr>
          <p:cNvCxnSpPr>
            <a:stCxn id="3" idx="2"/>
            <a:endCxn id="14" idx="0"/>
          </p:cNvCxnSpPr>
          <p:nvPr/>
        </p:nvCxnSpPr>
        <p:spPr>
          <a:xfrm>
            <a:off x="4318128" y="1396685"/>
            <a:ext cx="0" cy="77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497280F-4FE5-3D9E-6E4E-C670BDB5CA8D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3119718" y="2404394"/>
            <a:ext cx="4527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BEFB2F6-D708-4BF2-DFD6-1E16ED5A3DB5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>
            <a:off x="5063782" y="2404394"/>
            <a:ext cx="406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4B52773-1BB6-906C-FCE7-791EAC6B6670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1702" y="2404394"/>
            <a:ext cx="4072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EF754C2-21AF-5F5B-1F98-3FAA21C09DF8}"/>
              </a:ext>
            </a:extLst>
          </p:cNvPr>
          <p:cNvSpPr/>
          <p:nvPr/>
        </p:nvSpPr>
        <p:spPr>
          <a:xfrm>
            <a:off x="1660425" y="3354830"/>
            <a:ext cx="1491307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Proofing and Verification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BEAC1AD-50DF-B3F3-322E-EA8F0B420C25}"/>
              </a:ext>
            </a:extLst>
          </p:cNvPr>
          <p:cNvSpPr/>
          <p:nvPr/>
        </p:nvSpPr>
        <p:spPr>
          <a:xfrm>
            <a:off x="3573112" y="3354830"/>
            <a:ext cx="1491307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Credential Binding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54A0A7-0E7C-B1BB-AFE1-F43F20881786}"/>
              </a:ext>
            </a:extLst>
          </p:cNvPr>
          <p:cNvSpPr/>
          <p:nvPr/>
        </p:nvSpPr>
        <p:spPr>
          <a:xfrm>
            <a:off x="5471674" y="3354830"/>
            <a:ext cx="1491308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Lifecycle and Sync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3B1EFB-C3A8-B5D5-46C3-864F850DA450}"/>
              </a:ext>
            </a:extLst>
          </p:cNvPr>
          <p:cNvSpPr/>
          <p:nvPr/>
        </p:nvSpPr>
        <p:spPr>
          <a:xfrm>
            <a:off x="7368954" y="3354830"/>
            <a:ext cx="1491309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Revocation/Status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3C29591-092B-800B-6E38-2720AED5C914}"/>
              </a:ext>
            </a:extLst>
          </p:cNvPr>
          <p:cNvCxnSpPr>
            <a:stCxn id="13" idx="2"/>
            <a:endCxn id="33" idx="0"/>
          </p:cNvCxnSpPr>
          <p:nvPr/>
        </p:nvCxnSpPr>
        <p:spPr>
          <a:xfrm>
            <a:off x="2405440" y="2636019"/>
            <a:ext cx="639" cy="7188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887ECD2-33B3-8A2F-BC15-F47DC35B399E}"/>
              </a:ext>
            </a:extLst>
          </p:cNvPr>
          <p:cNvCxnSpPr>
            <a:stCxn id="14" idx="2"/>
            <a:endCxn id="34" idx="0"/>
          </p:cNvCxnSpPr>
          <p:nvPr/>
        </p:nvCxnSpPr>
        <p:spPr>
          <a:xfrm>
            <a:off x="4318128" y="2636019"/>
            <a:ext cx="638" cy="7188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368AD44-B9A4-4706-758D-5827BA8961A2}"/>
              </a:ext>
            </a:extLst>
          </p:cNvPr>
          <p:cNvCxnSpPr>
            <a:stCxn id="16" idx="2"/>
            <a:endCxn id="35" idx="0"/>
          </p:cNvCxnSpPr>
          <p:nvPr/>
        </p:nvCxnSpPr>
        <p:spPr>
          <a:xfrm>
            <a:off x="6216048" y="2636019"/>
            <a:ext cx="1280" cy="7188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AA51B46-2E70-9242-D473-9E0505387BCD}"/>
              </a:ext>
            </a:extLst>
          </p:cNvPr>
          <p:cNvCxnSpPr>
            <a:stCxn id="18" idx="2"/>
            <a:endCxn id="36" idx="0"/>
          </p:cNvCxnSpPr>
          <p:nvPr/>
        </p:nvCxnSpPr>
        <p:spPr>
          <a:xfrm>
            <a:off x="8114609" y="2636019"/>
            <a:ext cx="0" cy="7188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BA43C324-D434-6EEC-DB0F-4956F64D5AD0}"/>
              </a:ext>
            </a:extLst>
          </p:cNvPr>
          <p:cNvSpPr/>
          <p:nvPr/>
        </p:nvSpPr>
        <p:spPr>
          <a:xfrm>
            <a:off x="3610893" y="4360157"/>
            <a:ext cx="1491307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Privacy Control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F290A4C-FA67-FE3B-5AF0-D21032964D72}"/>
              </a:ext>
            </a:extLst>
          </p:cNvPr>
          <p:cNvSpPr/>
          <p:nvPr/>
        </p:nvSpPr>
        <p:spPr>
          <a:xfrm>
            <a:off x="5439657" y="4360157"/>
            <a:ext cx="1491307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Audit and Logging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EF8CD5B-85BF-6BB8-1DC7-5984B3CBAF41}"/>
              </a:ext>
            </a:extLst>
          </p:cNvPr>
          <p:cNvSpPr/>
          <p:nvPr/>
        </p:nvSpPr>
        <p:spPr>
          <a:xfrm>
            <a:off x="3595820" y="5419272"/>
            <a:ext cx="1491307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AuthN</a:t>
            </a:r>
          </a:p>
          <a:p>
            <a:pPr algn="ctr"/>
            <a:r>
              <a:rPr lang="en-IN" sz="1100" dirty="0"/>
              <a:t>(SSO, MFA)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6BCC85F-AD44-49DF-F6DE-8972175D23D7}"/>
              </a:ext>
            </a:extLst>
          </p:cNvPr>
          <p:cNvSpPr/>
          <p:nvPr/>
        </p:nvSpPr>
        <p:spPr>
          <a:xfrm>
            <a:off x="7129189" y="5419272"/>
            <a:ext cx="1491307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Federation</a:t>
            </a:r>
          </a:p>
          <a:p>
            <a:pPr algn="ctr"/>
            <a:r>
              <a:rPr lang="en-IN" sz="1100" dirty="0"/>
              <a:t>(SAML, OIDC)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08B0886-4D90-04F3-9E54-040F774C1B57}"/>
              </a:ext>
            </a:extLst>
          </p:cNvPr>
          <p:cNvSpPr/>
          <p:nvPr/>
        </p:nvSpPr>
        <p:spPr>
          <a:xfrm>
            <a:off x="5443513" y="5419272"/>
            <a:ext cx="1491307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AuthZ</a:t>
            </a:r>
          </a:p>
          <a:p>
            <a:pPr algn="ctr"/>
            <a:r>
              <a:rPr lang="en-IN" sz="1100" dirty="0"/>
              <a:t>(Policy Decision)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BCACEFC-C790-AAE8-506C-D8B3C99FB9EE}"/>
              </a:ext>
            </a:extLst>
          </p:cNvPr>
          <p:cNvCxnSpPr>
            <a:cxnSpLocks/>
            <a:stCxn id="58" idx="0"/>
          </p:cNvCxnSpPr>
          <p:nvPr/>
        </p:nvCxnSpPr>
        <p:spPr>
          <a:xfrm flipH="1" flipV="1">
            <a:off x="7874842" y="4011994"/>
            <a:ext cx="1" cy="14072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9486A55-9136-0991-CC2E-9030A2FA3256}"/>
              </a:ext>
            </a:extLst>
          </p:cNvPr>
          <p:cNvCxnSpPr>
            <a:stCxn id="57" idx="0"/>
            <a:endCxn id="55" idx="2"/>
          </p:cNvCxnSpPr>
          <p:nvPr/>
        </p:nvCxnSpPr>
        <p:spPr>
          <a:xfrm flipV="1">
            <a:off x="4341474" y="4823407"/>
            <a:ext cx="15073" cy="595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1221A799-5C81-FC4A-E971-533B39DF4DAF}"/>
              </a:ext>
            </a:extLst>
          </p:cNvPr>
          <p:cNvCxnSpPr>
            <a:stCxn id="57" idx="0"/>
            <a:endCxn id="56" idx="2"/>
          </p:cNvCxnSpPr>
          <p:nvPr/>
        </p:nvCxnSpPr>
        <p:spPr>
          <a:xfrm rot="5400000" flipH="1" flipV="1">
            <a:off x="4965460" y="4199422"/>
            <a:ext cx="595865" cy="18438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F4206B0-F5E0-78D4-82C5-F4218E27FFA8}"/>
              </a:ext>
            </a:extLst>
          </p:cNvPr>
          <p:cNvCxnSpPr>
            <a:stCxn id="59" idx="0"/>
            <a:endCxn id="56" idx="2"/>
          </p:cNvCxnSpPr>
          <p:nvPr/>
        </p:nvCxnSpPr>
        <p:spPr>
          <a:xfrm flipH="1" flipV="1">
            <a:off x="6185311" y="4823407"/>
            <a:ext cx="3856" cy="595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77D44369-179B-0168-89C4-92CC1978A0A6}"/>
              </a:ext>
            </a:extLst>
          </p:cNvPr>
          <p:cNvCxnSpPr>
            <a:stCxn id="59" idx="0"/>
            <a:endCxn id="55" idx="2"/>
          </p:cNvCxnSpPr>
          <p:nvPr/>
        </p:nvCxnSpPr>
        <p:spPr>
          <a:xfrm rot="16200000" flipV="1">
            <a:off x="4974925" y="4205030"/>
            <a:ext cx="595865" cy="18326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558424-34B0-AE39-E2E2-8A2CE93D45E2}"/>
              </a:ext>
            </a:extLst>
          </p:cNvPr>
          <p:cNvCxnSpPr>
            <a:stCxn id="55" idx="0"/>
          </p:cNvCxnSpPr>
          <p:nvPr/>
        </p:nvCxnSpPr>
        <p:spPr>
          <a:xfrm flipV="1">
            <a:off x="4356547" y="4011994"/>
            <a:ext cx="0" cy="348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27D0D4-6295-85B8-DF20-923FBC534193}"/>
              </a:ext>
            </a:extLst>
          </p:cNvPr>
          <p:cNvCxnSpPr>
            <a:stCxn id="56" idx="0"/>
          </p:cNvCxnSpPr>
          <p:nvPr/>
        </p:nvCxnSpPr>
        <p:spPr>
          <a:xfrm flipV="1">
            <a:off x="6185311" y="4011994"/>
            <a:ext cx="0" cy="348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06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57E6F7-C618-B497-623F-16DF942C8782}"/>
              </a:ext>
            </a:extLst>
          </p:cNvPr>
          <p:cNvSpPr/>
          <p:nvPr/>
        </p:nvSpPr>
        <p:spPr>
          <a:xfrm>
            <a:off x="4165146" y="2192884"/>
            <a:ext cx="2873828" cy="22533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Multi-cloud identity management system</a:t>
            </a:r>
          </a:p>
        </p:txBody>
      </p:sp>
      <p:pic>
        <p:nvPicPr>
          <p:cNvPr id="1026" name="Picture 2" descr="Actor | UML Use Case">
            <a:extLst>
              <a:ext uri="{FF2B5EF4-FFF2-40B4-BE49-F238E27FC236}">
                <a16:creationId xmlns:a16="http://schemas.microsoft.com/office/drawing/2014/main" id="{605AC904-A8E0-616A-9DAF-BFA2933A0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521" y="1251465"/>
            <a:ext cx="644980" cy="64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ctor | UML Use Case">
            <a:extLst>
              <a:ext uri="{FF2B5EF4-FFF2-40B4-BE49-F238E27FC236}">
                <a16:creationId xmlns:a16="http://schemas.microsoft.com/office/drawing/2014/main" id="{AA28B820-961F-55B8-271C-37C777D64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531" y="5367139"/>
            <a:ext cx="644980" cy="64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ctor | UML Use Case">
            <a:extLst>
              <a:ext uri="{FF2B5EF4-FFF2-40B4-BE49-F238E27FC236}">
                <a16:creationId xmlns:a16="http://schemas.microsoft.com/office/drawing/2014/main" id="{34CB97CA-1AF2-998A-F0DD-389862430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446" y="235697"/>
            <a:ext cx="644980" cy="64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Actor | UML Use Case">
            <a:extLst>
              <a:ext uri="{FF2B5EF4-FFF2-40B4-BE49-F238E27FC236}">
                <a16:creationId xmlns:a16="http://schemas.microsoft.com/office/drawing/2014/main" id="{AF85844E-2948-9E32-3685-32CFBE94F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330" y="4131793"/>
            <a:ext cx="644980" cy="64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Actor | UML Use Case">
            <a:extLst>
              <a:ext uri="{FF2B5EF4-FFF2-40B4-BE49-F238E27FC236}">
                <a16:creationId xmlns:a16="http://schemas.microsoft.com/office/drawing/2014/main" id="{0FCD3FE8-BEA3-EE94-C229-8D8FC6AA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507" y="4264970"/>
            <a:ext cx="644980" cy="64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Actor | UML Use Case">
            <a:extLst>
              <a:ext uri="{FF2B5EF4-FFF2-40B4-BE49-F238E27FC236}">
                <a16:creationId xmlns:a16="http://schemas.microsoft.com/office/drawing/2014/main" id="{41523085-D56C-BBA6-4010-906AD6EFE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5283" y="1183819"/>
            <a:ext cx="644980" cy="64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Actor | UML Use Case">
            <a:extLst>
              <a:ext uri="{FF2B5EF4-FFF2-40B4-BE49-F238E27FC236}">
                <a16:creationId xmlns:a16="http://schemas.microsoft.com/office/drawing/2014/main" id="{49D09134-60B6-C254-58D5-BAFA98516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806" y="235697"/>
            <a:ext cx="644980" cy="64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1C46F3-2725-18B3-9DE6-28DD1B539A80}"/>
              </a:ext>
            </a:extLst>
          </p:cNvPr>
          <p:cNvSpPr txBox="1"/>
          <p:nvPr/>
        </p:nvSpPr>
        <p:spPr>
          <a:xfrm>
            <a:off x="478286" y="1896445"/>
            <a:ext cx="168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Identity management authority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9429E-8D2E-E68B-F13E-744F5E3E4618}"/>
              </a:ext>
            </a:extLst>
          </p:cNvPr>
          <p:cNvSpPr txBox="1"/>
          <p:nvPr/>
        </p:nvSpPr>
        <p:spPr>
          <a:xfrm>
            <a:off x="4997052" y="6066649"/>
            <a:ext cx="1435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Relying Party : CSP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CAFA33-BF61-4E8E-7BB5-CFEAA568623C}"/>
              </a:ext>
            </a:extLst>
          </p:cNvPr>
          <p:cNvSpPr txBox="1"/>
          <p:nvPr/>
        </p:nvSpPr>
        <p:spPr>
          <a:xfrm>
            <a:off x="9246733" y="4909950"/>
            <a:ext cx="1393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Regulatory Body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0AACDE-8BAF-CC79-CB1E-D5A09A4FF8FE}"/>
              </a:ext>
            </a:extLst>
          </p:cNvPr>
          <p:cNvSpPr txBox="1"/>
          <p:nvPr/>
        </p:nvSpPr>
        <p:spPr>
          <a:xfrm>
            <a:off x="9163731" y="1845399"/>
            <a:ext cx="1528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Identity Information </a:t>
            </a:r>
          </a:p>
          <a:p>
            <a:pPr algn="ctr"/>
            <a:r>
              <a:rPr lang="en-IN" sz="1200" dirty="0"/>
              <a:t>authority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865A0-5BD9-102F-54A0-4B2DA553B5E1}"/>
              </a:ext>
            </a:extLst>
          </p:cNvPr>
          <p:cNvSpPr txBox="1"/>
          <p:nvPr/>
        </p:nvSpPr>
        <p:spPr>
          <a:xfrm>
            <a:off x="3905249" y="989925"/>
            <a:ext cx="1525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Principal : CSP-CSU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4398F2-F4AF-0B69-B1B7-C7C75E4EB58A}"/>
              </a:ext>
            </a:extLst>
          </p:cNvPr>
          <p:cNvSpPr txBox="1"/>
          <p:nvPr/>
        </p:nvSpPr>
        <p:spPr>
          <a:xfrm>
            <a:off x="5430610" y="994973"/>
            <a:ext cx="1393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CSN: Auditor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772C52-7E0F-DF08-E8D6-521616821BB9}"/>
              </a:ext>
            </a:extLst>
          </p:cNvPr>
          <p:cNvSpPr txBox="1"/>
          <p:nvPr/>
        </p:nvSpPr>
        <p:spPr>
          <a:xfrm>
            <a:off x="897050" y="4874744"/>
            <a:ext cx="746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Verifier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F2EFE6-9917-0920-CCD5-CF961F6F9F5C}"/>
              </a:ext>
            </a:extLst>
          </p:cNvPr>
          <p:cNvSpPr txBox="1"/>
          <p:nvPr/>
        </p:nvSpPr>
        <p:spPr>
          <a:xfrm>
            <a:off x="543603" y="3187050"/>
            <a:ext cx="1531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Identity registration</a:t>
            </a:r>
          </a:p>
          <a:p>
            <a:pPr algn="ctr"/>
            <a:r>
              <a:rPr lang="en-IN" sz="1200" dirty="0"/>
              <a:t>authority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61577A-BBB9-49C6-34E1-A502F7C65C35}"/>
              </a:ext>
            </a:extLst>
          </p:cNvPr>
          <p:cNvSpPr txBox="1"/>
          <p:nvPr/>
        </p:nvSpPr>
        <p:spPr>
          <a:xfrm>
            <a:off x="9290956" y="3156030"/>
            <a:ext cx="1528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Identity information</a:t>
            </a:r>
          </a:p>
          <a:p>
            <a:pPr algn="ctr"/>
            <a:r>
              <a:rPr lang="en-IN" sz="1200" dirty="0"/>
              <a:t>provider</a:t>
            </a:r>
          </a:p>
        </p:txBody>
      </p:sp>
      <p:pic>
        <p:nvPicPr>
          <p:cNvPr id="18" name="Picture 2" descr="Actor | UML Use Case">
            <a:extLst>
              <a:ext uri="{FF2B5EF4-FFF2-40B4-BE49-F238E27FC236}">
                <a16:creationId xmlns:a16="http://schemas.microsoft.com/office/drawing/2014/main" id="{F078568B-8BD5-5942-D0A4-B20DBAC2A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949" y="2483697"/>
            <a:ext cx="644980" cy="64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Actor | UML Use Case">
            <a:extLst>
              <a:ext uri="{FF2B5EF4-FFF2-40B4-BE49-F238E27FC236}">
                <a16:creationId xmlns:a16="http://schemas.microsoft.com/office/drawing/2014/main" id="{ECFFDD7B-0435-E58A-12BC-0C13322EE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990" y="2467406"/>
            <a:ext cx="644980" cy="64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6D8C683-3723-413A-4E90-0433CEA806A6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4667930" y="1266924"/>
            <a:ext cx="0" cy="78530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C8AAC1C-F984-B4A2-5C56-8FACFFC9DDD0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127296" y="1271972"/>
            <a:ext cx="0" cy="76365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6375E24-CDF6-6CFD-BCC9-92F3081600F1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160126" y="2127278"/>
            <a:ext cx="1838832" cy="118806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AF78DEC-4438-306E-D52D-DA7654007FD1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075087" y="3417883"/>
            <a:ext cx="1830162" cy="1111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D4945A8-CF34-FC46-6A35-DA61DE185EF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1622310" y="3611755"/>
            <a:ext cx="2282939" cy="84252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B74E5E1-0838-6BA1-F94E-E4F90AA970FF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7445487" y="2076232"/>
            <a:ext cx="1718244" cy="115022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DFEF51D-2081-044D-F22F-6475F635F897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7538014" y="3581835"/>
            <a:ext cx="2111493" cy="100562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12AB652-881B-A848-4066-048C107A738E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7445487" y="3386863"/>
            <a:ext cx="1845469" cy="4213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EDEFD8F-161D-B5C4-ED3F-98D9F7D37F7B}"/>
              </a:ext>
            </a:extLst>
          </p:cNvPr>
          <p:cNvCxnSpPr>
            <a:cxnSpLocks/>
          </p:cNvCxnSpPr>
          <p:nvPr/>
        </p:nvCxnSpPr>
        <p:spPr>
          <a:xfrm flipV="1">
            <a:off x="5769430" y="4587460"/>
            <a:ext cx="0" cy="59948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DAB223E-0CA2-A72D-A0E5-F98DCF2F6E89}"/>
              </a:ext>
            </a:extLst>
          </p:cNvPr>
          <p:cNvSpPr txBox="1"/>
          <p:nvPr/>
        </p:nvSpPr>
        <p:spPr>
          <a:xfrm>
            <a:off x="4684085" y="1555536"/>
            <a:ext cx="1493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 dirty="0"/>
              <a:t>Requests to validate identity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A60E94-D8DC-AFB3-233F-45D284AB2981}"/>
              </a:ext>
            </a:extLst>
          </p:cNvPr>
          <p:cNvSpPr txBox="1"/>
          <p:nvPr/>
        </p:nvSpPr>
        <p:spPr>
          <a:xfrm>
            <a:off x="2763779" y="2053752"/>
            <a:ext cx="123348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 dirty="0"/>
              <a:t>Manage Policies, compliance, incidents and audits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0C2FEF-2D37-0F33-F9E9-53E81CD8D4A2}"/>
              </a:ext>
            </a:extLst>
          </p:cNvPr>
          <p:cNvSpPr txBox="1"/>
          <p:nvPr/>
        </p:nvSpPr>
        <p:spPr>
          <a:xfrm>
            <a:off x="2181573" y="2978962"/>
            <a:ext cx="1233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 dirty="0"/>
              <a:t>Manage updates in identity register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9B2B1F3-4BFA-6D9E-5AD4-9B21E01693E0}"/>
              </a:ext>
            </a:extLst>
          </p:cNvPr>
          <p:cNvSpPr txBox="1"/>
          <p:nvPr/>
        </p:nvSpPr>
        <p:spPr>
          <a:xfrm>
            <a:off x="2362374" y="4218128"/>
            <a:ext cx="1233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 dirty="0"/>
              <a:t>Establish validity of identity information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8258C85A-A556-D450-1A82-F1035CAE3917}"/>
              </a:ext>
            </a:extLst>
          </p:cNvPr>
          <p:cNvSpPr txBox="1"/>
          <p:nvPr/>
        </p:nvSpPr>
        <p:spPr>
          <a:xfrm>
            <a:off x="7443789" y="2005056"/>
            <a:ext cx="123348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IN" dirty="0"/>
              <a:t>Authorizes identity information for relying parties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2EA0751A-67C2-0CB3-9883-238902B844CD}"/>
              </a:ext>
            </a:extLst>
          </p:cNvPr>
          <p:cNvSpPr txBox="1"/>
          <p:nvPr/>
        </p:nvSpPr>
        <p:spPr>
          <a:xfrm>
            <a:off x="7918848" y="2949542"/>
            <a:ext cx="159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IN" dirty="0"/>
              <a:t>Collect, maintain, update identity attributes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957B5ECA-0952-0A51-61EA-BA69131507E7}"/>
              </a:ext>
            </a:extLst>
          </p:cNvPr>
          <p:cNvSpPr txBox="1"/>
          <p:nvPr/>
        </p:nvSpPr>
        <p:spPr>
          <a:xfrm>
            <a:off x="5950740" y="4666278"/>
            <a:ext cx="1718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 dirty="0"/>
              <a:t>Process and store identity information for a particular CSP in compliance with policies</a:t>
            </a:r>
          </a:p>
        </p:txBody>
      </p:sp>
    </p:spTree>
    <p:extLst>
      <p:ext uri="{BB962C8B-B14F-4D97-AF65-F5344CB8AC3E}">
        <p14:creationId xmlns:p14="http://schemas.microsoft.com/office/powerpoint/2010/main" val="1537024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281ED5E-DDC7-3374-433F-68E09726B4E9}"/>
              </a:ext>
            </a:extLst>
          </p:cNvPr>
          <p:cNvSpPr/>
          <p:nvPr/>
        </p:nvSpPr>
        <p:spPr>
          <a:xfrm>
            <a:off x="5401733" y="271777"/>
            <a:ext cx="1657185" cy="4918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Cloud Service User (CSU)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18A0776-06B0-E637-45F7-FF5750A49289}"/>
              </a:ext>
            </a:extLst>
          </p:cNvPr>
          <p:cNvSpPr/>
          <p:nvPr/>
        </p:nvSpPr>
        <p:spPr>
          <a:xfrm>
            <a:off x="5393266" y="1309259"/>
            <a:ext cx="1668202" cy="2844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Uniform User interface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8B6AE3D-ACEB-97D4-2E91-4B46D484606B}"/>
              </a:ext>
            </a:extLst>
          </p:cNvPr>
          <p:cNvSpPr/>
          <p:nvPr/>
        </p:nvSpPr>
        <p:spPr>
          <a:xfrm>
            <a:off x="601133" y="1990165"/>
            <a:ext cx="11252200" cy="29112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000" b="1" dirty="0"/>
              <a:t>Mult-cloud  </a:t>
            </a:r>
            <a:r>
              <a:rPr lang="en-IN" sz="1000" b="1"/>
              <a:t>Identity Management</a:t>
            </a:r>
            <a:endParaRPr lang="en-IN" sz="1000" b="1" dirty="0"/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FD98E59F-27F0-5BCF-FA94-0C40AF69C82D}"/>
              </a:ext>
            </a:extLst>
          </p:cNvPr>
          <p:cNvSpPr/>
          <p:nvPr/>
        </p:nvSpPr>
        <p:spPr>
          <a:xfrm>
            <a:off x="601133" y="5297866"/>
            <a:ext cx="11252200" cy="101584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IN" sz="1000" b="1" dirty="0"/>
              <a:t>Relying Service : Cloud Service Provider (CSP)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3A093F4-FDD3-58AF-BA1E-4B548223CF73}"/>
              </a:ext>
            </a:extLst>
          </p:cNvPr>
          <p:cNvSpPr/>
          <p:nvPr/>
        </p:nvSpPr>
        <p:spPr>
          <a:xfrm>
            <a:off x="5306934" y="2508661"/>
            <a:ext cx="1044362" cy="351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Authentication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CD0DCDE-5CB6-5EC1-B888-9252A72C954F}"/>
              </a:ext>
            </a:extLst>
          </p:cNvPr>
          <p:cNvSpPr/>
          <p:nvPr/>
        </p:nvSpPr>
        <p:spPr>
          <a:xfrm>
            <a:off x="5292369" y="3109299"/>
            <a:ext cx="1067394" cy="364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Authorization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5C7C9FA-6B1D-06D4-FC9B-8CBEBA12215E}"/>
              </a:ext>
            </a:extLst>
          </p:cNvPr>
          <p:cNvSpPr/>
          <p:nvPr/>
        </p:nvSpPr>
        <p:spPr>
          <a:xfrm>
            <a:off x="5306934" y="3732988"/>
            <a:ext cx="1035397" cy="3750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User Management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808D7877-7B0B-B70E-AB9D-C45CD0D1E1D4}"/>
              </a:ext>
            </a:extLst>
          </p:cNvPr>
          <p:cNvSpPr/>
          <p:nvPr/>
        </p:nvSpPr>
        <p:spPr>
          <a:xfrm>
            <a:off x="6669536" y="2508661"/>
            <a:ext cx="1273030" cy="351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SSO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46131724-3220-607C-0AA1-D8E7302A9E3C}"/>
              </a:ext>
            </a:extLst>
          </p:cNvPr>
          <p:cNvSpPr/>
          <p:nvPr/>
        </p:nvSpPr>
        <p:spPr>
          <a:xfrm>
            <a:off x="6675629" y="3109299"/>
            <a:ext cx="1678716" cy="364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Access Authorization Policies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677226A-028E-27F0-735D-7C14514FF6FF}"/>
              </a:ext>
            </a:extLst>
          </p:cNvPr>
          <p:cNvSpPr/>
          <p:nvPr/>
        </p:nvSpPr>
        <p:spPr>
          <a:xfrm>
            <a:off x="6666664" y="3741456"/>
            <a:ext cx="1678716" cy="364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Principal and Credential Management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83DC06E2-A8B2-77F2-141B-EBFEE019ECD0}"/>
              </a:ext>
            </a:extLst>
          </p:cNvPr>
          <p:cNvSpPr/>
          <p:nvPr/>
        </p:nvSpPr>
        <p:spPr>
          <a:xfrm>
            <a:off x="8293120" y="2508662"/>
            <a:ext cx="836447" cy="3516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MFA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18951A-FBA9-48C0-B458-056F679144C6}"/>
              </a:ext>
            </a:extLst>
          </p:cNvPr>
          <p:cNvSpPr/>
          <p:nvPr/>
        </p:nvSpPr>
        <p:spPr>
          <a:xfrm>
            <a:off x="2781707" y="5429692"/>
            <a:ext cx="923004" cy="5282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Identity Provisioning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080751-74C2-283C-9F25-1DF55079644D}"/>
              </a:ext>
            </a:extLst>
          </p:cNvPr>
          <p:cNvSpPr/>
          <p:nvPr/>
        </p:nvSpPr>
        <p:spPr>
          <a:xfrm>
            <a:off x="8180731" y="4196173"/>
            <a:ext cx="872304" cy="3750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Identity Register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F5A10B-A074-39E0-545E-A0A3937F063E}"/>
              </a:ext>
            </a:extLst>
          </p:cNvPr>
          <p:cNvSpPr/>
          <p:nvPr/>
        </p:nvSpPr>
        <p:spPr>
          <a:xfrm>
            <a:off x="2712231" y="2513267"/>
            <a:ext cx="1094084" cy="5610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Identity Provisioning Service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F123CB-A0E2-23DF-34B2-4C427036293E}"/>
              </a:ext>
            </a:extLst>
          </p:cNvPr>
          <p:cNvSpPr/>
          <p:nvPr/>
        </p:nvSpPr>
        <p:spPr>
          <a:xfrm>
            <a:off x="816149" y="2513267"/>
            <a:ext cx="960814" cy="565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Metadata Management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1177ED-25C5-E50B-EA41-6D3C8A2AD9E8}"/>
              </a:ext>
            </a:extLst>
          </p:cNvPr>
          <p:cNvSpPr/>
          <p:nvPr/>
        </p:nvSpPr>
        <p:spPr>
          <a:xfrm>
            <a:off x="3970168" y="2517806"/>
            <a:ext cx="960814" cy="561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Identity Assertion Provider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AFAD6C-1DBE-694E-B7FE-928035983C15}"/>
              </a:ext>
            </a:extLst>
          </p:cNvPr>
          <p:cNvSpPr/>
          <p:nvPr/>
        </p:nvSpPr>
        <p:spPr>
          <a:xfrm>
            <a:off x="10623010" y="2528168"/>
            <a:ext cx="1103939" cy="553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Identity Discovery Service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AB1F0D-ABD7-C493-EAF5-5F698840E729}"/>
              </a:ext>
            </a:extLst>
          </p:cNvPr>
          <p:cNvSpPr/>
          <p:nvPr/>
        </p:nvSpPr>
        <p:spPr>
          <a:xfrm>
            <a:off x="915786" y="5429692"/>
            <a:ext cx="779470" cy="5282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Metadata Export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E5443B-D7EB-B642-D25F-36F4264E1BAF}"/>
              </a:ext>
            </a:extLst>
          </p:cNvPr>
          <p:cNvSpPr/>
          <p:nvPr/>
        </p:nvSpPr>
        <p:spPr>
          <a:xfrm>
            <a:off x="1936325" y="5429692"/>
            <a:ext cx="801283" cy="5282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Metadata Consumer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C801C1-D4C0-577A-C262-4D31130F179A}"/>
              </a:ext>
            </a:extLst>
          </p:cNvPr>
          <p:cNvSpPr/>
          <p:nvPr/>
        </p:nvSpPr>
        <p:spPr>
          <a:xfrm>
            <a:off x="3821198" y="5429692"/>
            <a:ext cx="1238584" cy="5282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Request Authentication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8F70A85-EC90-FC2F-D368-224346378EBA}"/>
              </a:ext>
            </a:extLst>
          </p:cNvPr>
          <p:cNvCxnSpPr>
            <a:cxnSpLocks/>
            <a:stCxn id="133" idx="2"/>
            <a:endCxn id="136" idx="0"/>
          </p:cNvCxnSpPr>
          <p:nvPr/>
        </p:nvCxnSpPr>
        <p:spPr>
          <a:xfrm flipH="1">
            <a:off x="6227233" y="1593727"/>
            <a:ext cx="134" cy="396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4FC36982-3352-16EE-D1A6-2C3C58FEB4CE}"/>
              </a:ext>
            </a:extLst>
          </p:cNvPr>
          <p:cNvSpPr/>
          <p:nvPr/>
        </p:nvSpPr>
        <p:spPr>
          <a:xfrm>
            <a:off x="10614047" y="5603168"/>
            <a:ext cx="1103939" cy="4700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Request IDP Discovery 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6AC948B-375C-5A81-59DF-6B07A301E2FE}"/>
              </a:ext>
            </a:extLst>
          </p:cNvPr>
          <p:cNvCxnSpPr>
            <a:cxnSpLocks/>
            <a:stCxn id="173" idx="3"/>
            <a:endCxn id="182" idx="1"/>
          </p:cNvCxnSpPr>
          <p:nvPr/>
        </p:nvCxnSpPr>
        <p:spPr>
          <a:xfrm>
            <a:off x="6351296" y="2684464"/>
            <a:ext cx="318240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9BF0B8B-D3BD-E5F0-CBB5-7A369994E7D2}"/>
              </a:ext>
            </a:extLst>
          </p:cNvPr>
          <p:cNvCxnSpPr>
            <a:cxnSpLocks/>
            <a:stCxn id="174" idx="3"/>
            <a:endCxn id="183" idx="1"/>
          </p:cNvCxnSpPr>
          <p:nvPr/>
        </p:nvCxnSpPr>
        <p:spPr>
          <a:xfrm>
            <a:off x="6359763" y="3291312"/>
            <a:ext cx="3158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FB969023-6A3F-6494-0FD4-ACA4C50348C3}"/>
              </a:ext>
            </a:extLst>
          </p:cNvPr>
          <p:cNvSpPr/>
          <p:nvPr/>
        </p:nvSpPr>
        <p:spPr>
          <a:xfrm>
            <a:off x="755798" y="3511414"/>
            <a:ext cx="1101113" cy="6982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Metadata Upload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AC39B54-0946-4B8E-F3CD-176FF182A79E}"/>
              </a:ext>
            </a:extLst>
          </p:cNvPr>
          <p:cNvSpPr/>
          <p:nvPr/>
        </p:nvSpPr>
        <p:spPr>
          <a:xfrm>
            <a:off x="1764806" y="4125287"/>
            <a:ext cx="1143105" cy="3750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Metadata Feed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F8DD3E9-099E-6E37-0427-C9105138C878}"/>
              </a:ext>
            </a:extLst>
          </p:cNvPr>
          <p:cNvCxnSpPr>
            <a:cxnSpLocks/>
            <a:stCxn id="36" idx="0"/>
            <a:endCxn id="61" idx="4"/>
          </p:cNvCxnSpPr>
          <p:nvPr/>
        </p:nvCxnSpPr>
        <p:spPr>
          <a:xfrm flipV="1">
            <a:off x="1305521" y="4209637"/>
            <a:ext cx="834" cy="1220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67A238D-BEA9-A8B2-4CF2-6DCF3699A3DD}"/>
              </a:ext>
            </a:extLst>
          </p:cNvPr>
          <p:cNvCxnSpPr>
            <a:cxnSpLocks/>
            <a:stCxn id="61" idx="0"/>
            <a:endCxn id="31" idx="2"/>
          </p:cNvCxnSpPr>
          <p:nvPr/>
        </p:nvCxnSpPr>
        <p:spPr>
          <a:xfrm flipH="1" flipV="1">
            <a:off x="1296556" y="3078906"/>
            <a:ext cx="9799" cy="432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D938D26-D64B-4B2D-20E5-E50E91094678}"/>
              </a:ext>
            </a:extLst>
          </p:cNvPr>
          <p:cNvCxnSpPr>
            <a:cxnSpLocks/>
            <a:stCxn id="37" idx="0"/>
            <a:endCxn id="63" idx="4"/>
          </p:cNvCxnSpPr>
          <p:nvPr/>
        </p:nvCxnSpPr>
        <p:spPr>
          <a:xfrm flipH="1" flipV="1">
            <a:off x="2336359" y="4500338"/>
            <a:ext cx="608" cy="929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4D3C72D-9522-3788-F29C-F742DDA8FA6F}"/>
              </a:ext>
            </a:extLst>
          </p:cNvPr>
          <p:cNvCxnSpPr>
            <a:cxnSpLocks/>
            <a:stCxn id="63" idx="0"/>
            <a:endCxn id="31" idx="3"/>
          </p:cNvCxnSpPr>
          <p:nvPr/>
        </p:nvCxnSpPr>
        <p:spPr>
          <a:xfrm rot="16200000" flipV="1">
            <a:off x="1392061" y="3180989"/>
            <a:ext cx="1329200" cy="5593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BBDB94B4-3194-0AD7-E79F-77846FB4E401}"/>
              </a:ext>
            </a:extLst>
          </p:cNvPr>
          <p:cNvSpPr/>
          <p:nvPr/>
        </p:nvSpPr>
        <p:spPr>
          <a:xfrm>
            <a:off x="3696244" y="3381185"/>
            <a:ext cx="1515360" cy="6506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Authentication Delegation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8604ADB-6A0C-5E0E-1488-161821EA725A}"/>
              </a:ext>
            </a:extLst>
          </p:cNvPr>
          <p:cNvCxnSpPr>
            <a:cxnSpLocks/>
            <a:stCxn id="38" idx="0"/>
            <a:endCxn id="75" idx="4"/>
          </p:cNvCxnSpPr>
          <p:nvPr/>
        </p:nvCxnSpPr>
        <p:spPr>
          <a:xfrm flipV="1">
            <a:off x="4440490" y="4031834"/>
            <a:ext cx="13434" cy="1397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8BBED6B-456F-DD0D-35A1-10630867D5B4}"/>
              </a:ext>
            </a:extLst>
          </p:cNvPr>
          <p:cNvCxnSpPr>
            <a:cxnSpLocks/>
            <a:stCxn id="75" idx="0"/>
            <a:endCxn id="32" idx="2"/>
          </p:cNvCxnSpPr>
          <p:nvPr/>
        </p:nvCxnSpPr>
        <p:spPr>
          <a:xfrm flipH="1" flipV="1">
            <a:off x="4450575" y="3078906"/>
            <a:ext cx="3349" cy="302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D495C45-36C4-D6F5-83C1-8F7F945AB7D9}"/>
              </a:ext>
            </a:extLst>
          </p:cNvPr>
          <p:cNvCxnSpPr>
            <a:cxnSpLocks/>
            <a:stCxn id="30" idx="2"/>
            <a:endCxn id="9" idx="0"/>
          </p:cNvCxnSpPr>
          <p:nvPr/>
        </p:nvCxnSpPr>
        <p:spPr>
          <a:xfrm flipH="1">
            <a:off x="3243209" y="3074366"/>
            <a:ext cx="16064" cy="2355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966AA1D-06E9-5518-783C-74741CD913BE}"/>
              </a:ext>
            </a:extLst>
          </p:cNvPr>
          <p:cNvCxnSpPr>
            <a:cxnSpLocks/>
            <a:stCxn id="41" idx="0"/>
            <a:endCxn id="35" idx="2"/>
          </p:cNvCxnSpPr>
          <p:nvPr/>
        </p:nvCxnSpPr>
        <p:spPr>
          <a:xfrm flipV="1">
            <a:off x="11166017" y="3081422"/>
            <a:ext cx="8963" cy="2521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9A10723C-615A-856B-E0F2-CD2EAC78CF2F}"/>
              </a:ext>
            </a:extLst>
          </p:cNvPr>
          <p:cNvSpPr/>
          <p:nvPr/>
        </p:nvSpPr>
        <p:spPr>
          <a:xfrm>
            <a:off x="9625425" y="2566993"/>
            <a:ext cx="818524" cy="553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Perform Audit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FAA500F-512E-D48D-2B84-9ECE73D609F4}"/>
              </a:ext>
            </a:extLst>
          </p:cNvPr>
          <p:cNvSpPr/>
          <p:nvPr/>
        </p:nvSpPr>
        <p:spPr>
          <a:xfrm>
            <a:off x="9557519" y="5601655"/>
            <a:ext cx="939788" cy="471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Audit Repository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C0E8EF1-5422-3E42-FED5-76D7221846EB}"/>
              </a:ext>
            </a:extLst>
          </p:cNvPr>
          <p:cNvCxnSpPr>
            <a:cxnSpLocks/>
            <a:stCxn id="92" idx="0"/>
            <a:endCxn id="89" idx="2"/>
          </p:cNvCxnSpPr>
          <p:nvPr/>
        </p:nvCxnSpPr>
        <p:spPr>
          <a:xfrm flipV="1">
            <a:off x="10027413" y="3120247"/>
            <a:ext cx="7274" cy="2481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CE593EC-24F7-6BF7-4ABA-A5B079DA0FF1}"/>
              </a:ext>
            </a:extLst>
          </p:cNvPr>
          <p:cNvCxnSpPr>
            <a:cxnSpLocks/>
          </p:cNvCxnSpPr>
          <p:nvPr/>
        </p:nvCxnSpPr>
        <p:spPr>
          <a:xfrm>
            <a:off x="3267736" y="2306303"/>
            <a:ext cx="0" cy="202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C18AC63-80B6-9914-F59B-F877CD0965B4}"/>
              </a:ext>
            </a:extLst>
          </p:cNvPr>
          <p:cNvCxnSpPr>
            <a:cxnSpLocks/>
          </p:cNvCxnSpPr>
          <p:nvPr/>
        </p:nvCxnSpPr>
        <p:spPr>
          <a:xfrm>
            <a:off x="1296555" y="2280740"/>
            <a:ext cx="1" cy="234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40572936-7757-AEB0-1087-8761F7A367F6}"/>
              </a:ext>
            </a:extLst>
          </p:cNvPr>
          <p:cNvCxnSpPr>
            <a:cxnSpLocks/>
          </p:cNvCxnSpPr>
          <p:nvPr/>
        </p:nvCxnSpPr>
        <p:spPr>
          <a:xfrm>
            <a:off x="10034687" y="2327440"/>
            <a:ext cx="1" cy="234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45EA2E9-B23D-8EA7-56B6-A98DEF301C8E}"/>
              </a:ext>
            </a:extLst>
          </p:cNvPr>
          <p:cNvCxnSpPr>
            <a:cxnSpLocks/>
          </p:cNvCxnSpPr>
          <p:nvPr/>
        </p:nvCxnSpPr>
        <p:spPr>
          <a:xfrm>
            <a:off x="11172949" y="2294792"/>
            <a:ext cx="1" cy="234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CDC8F3C4-144F-94B1-82EA-DA93490EBBCB}"/>
              </a:ext>
            </a:extLst>
          </p:cNvPr>
          <p:cNvCxnSpPr>
            <a:cxnSpLocks/>
          </p:cNvCxnSpPr>
          <p:nvPr/>
        </p:nvCxnSpPr>
        <p:spPr>
          <a:xfrm>
            <a:off x="4463037" y="2272887"/>
            <a:ext cx="0" cy="234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4948718-2523-16D1-E7AF-32B42360C9EB}"/>
              </a:ext>
            </a:extLst>
          </p:cNvPr>
          <p:cNvSpPr/>
          <p:nvPr/>
        </p:nvSpPr>
        <p:spPr>
          <a:xfrm>
            <a:off x="7787906" y="5611635"/>
            <a:ext cx="1666025" cy="4700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Identity information provider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833F8F91-ACAD-89D3-36BF-FD48DCE95649}"/>
              </a:ext>
            </a:extLst>
          </p:cNvPr>
          <p:cNvCxnSpPr>
            <a:cxnSpLocks/>
            <a:stCxn id="28" idx="2"/>
            <a:endCxn id="123" idx="0"/>
          </p:cNvCxnSpPr>
          <p:nvPr/>
        </p:nvCxnSpPr>
        <p:spPr>
          <a:xfrm>
            <a:off x="8616883" y="4571224"/>
            <a:ext cx="4036" cy="1040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E1C6EB2-0DC2-F952-74D8-8C8213498803}"/>
              </a:ext>
            </a:extLst>
          </p:cNvPr>
          <p:cNvCxnSpPr>
            <a:cxnSpLocks/>
            <a:stCxn id="62" idx="2"/>
            <a:endCxn id="133" idx="0"/>
          </p:cNvCxnSpPr>
          <p:nvPr/>
        </p:nvCxnSpPr>
        <p:spPr>
          <a:xfrm flipH="1">
            <a:off x="6227367" y="763673"/>
            <a:ext cx="2959" cy="545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9F63533-F7E4-BE6E-EB8D-425C811717F5}"/>
              </a:ext>
            </a:extLst>
          </p:cNvPr>
          <p:cNvCxnSpPr>
            <a:stCxn id="173" idx="2"/>
            <a:endCxn id="174" idx="0"/>
          </p:cNvCxnSpPr>
          <p:nvPr/>
        </p:nvCxnSpPr>
        <p:spPr>
          <a:xfrm flipH="1">
            <a:off x="5826066" y="2860266"/>
            <a:ext cx="3049" cy="249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950F2196-D5AD-72EA-3BCC-8444C5888CA2}"/>
              </a:ext>
            </a:extLst>
          </p:cNvPr>
          <p:cNvCxnSpPr>
            <a:cxnSpLocks/>
            <a:stCxn id="174" idx="2"/>
            <a:endCxn id="175" idx="0"/>
          </p:cNvCxnSpPr>
          <p:nvPr/>
        </p:nvCxnSpPr>
        <p:spPr>
          <a:xfrm flipH="1">
            <a:off x="5824633" y="3473325"/>
            <a:ext cx="1433" cy="259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59E543F-B4E1-E979-47BF-B4A015FED40B}"/>
              </a:ext>
            </a:extLst>
          </p:cNvPr>
          <p:cNvCxnSpPr>
            <a:stCxn id="175" idx="3"/>
            <a:endCxn id="184" idx="1"/>
          </p:cNvCxnSpPr>
          <p:nvPr/>
        </p:nvCxnSpPr>
        <p:spPr>
          <a:xfrm>
            <a:off x="6342331" y="3920514"/>
            <a:ext cx="324333" cy="2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EC724CC0-0B9A-38A9-1E82-91A79BBA9B82}"/>
              </a:ext>
            </a:extLst>
          </p:cNvPr>
          <p:cNvCxnSpPr>
            <a:endCxn id="173" idx="0"/>
          </p:cNvCxnSpPr>
          <p:nvPr/>
        </p:nvCxnSpPr>
        <p:spPr>
          <a:xfrm>
            <a:off x="5824632" y="2306303"/>
            <a:ext cx="4483" cy="202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C9AC24DF-4BA1-1EC2-F6C8-541923A78AD5}"/>
              </a:ext>
            </a:extLst>
          </p:cNvPr>
          <p:cNvCxnSpPr>
            <a:stCxn id="182" idx="3"/>
            <a:endCxn id="185" idx="1"/>
          </p:cNvCxnSpPr>
          <p:nvPr/>
        </p:nvCxnSpPr>
        <p:spPr>
          <a:xfrm>
            <a:off x="7942566" y="2684464"/>
            <a:ext cx="3505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BCEBAC9D-4033-2986-215A-9A26363287A8}"/>
              </a:ext>
            </a:extLst>
          </p:cNvPr>
          <p:cNvCxnSpPr>
            <a:stCxn id="184" idx="3"/>
            <a:endCxn id="28" idx="0"/>
          </p:cNvCxnSpPr>
          <p:nvPr/>
        </p:nvCxnSpPr>
        <p:spPr>
          <a:xfrm>
            <a:off x="8345380" y="3923469"/>
            <a:ext cx="271503" cy="2727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51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14736B-246A-EC77-ECCD-2E014E4CC3D4}"/>
              </a:ext>
            </a:extLst>
          </p:cNvPr>
          <p:cNvSpPr/>
          <p:nvPr/>
        </p:nvSpPr>
        <p:spPr>
          <a:xfrm>
            <a:off x="3461656" y="772707"/>
            <a:ext cx="2214778" cy="4918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Cloud Service Customer (CSC)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2F7884-722A-65AD-E5F2-AEAF7646ED8C}"/>
              </a:ext>
            </a:extLst>
          </p:cNvPr>
          <p:cNvSpPr/>
          <p:nvPr/>
        </p:nvSpPr>
        <p:spPr>
          <a:xfrm>
            <a:off x="3189514" y="2491095"/>
            <a:ext cx="5889172" cy="14388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400" b="1" dirty="0"/>
              <a:t>Mult-cloud  Identity Management</a:t>
            </a:r>
          </a:p>
        </p:txBody>
      </p:sp>
      <p:cxnSp>
        <p:nvCxnSpPr>
          <p:cNvPr id="7" name="Straight Arrow Connector 146">
            <a:extLst>
              <a:ext uri="{FF2B5EF4-FFF2-40B4-BE49-F238E27FC236}">
                <a16:creationId xmlns:a16="http://schemas.microsoft.com/office/drawing/2014/main" id="{D3D19FD3-6EA5-D945-B473-EF3E5FCB020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4738326" y="1095321"/>
            <a:ext cx="1226492" cy="15650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FAE3F5-513D-4E6B-CDCB-21CEB09EE6D0}"/>
              </a:ext>
            </a:extLst>
          </p:cNvPr>
          <p:cNvSpPr/>
          <p:nvPr/>
        </p:nvSpPr>
        <p:spPr>
          <a:xfrm>
            <a:off x="2210231" y="5027183"/>
            <a:ext cx="2504889" cy="6659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Cloud Service Provider (CSP) - 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2407224-78E2-7EE0-A13E-9F4257959C80}"/>
              </a:ext>
            </a:extLst>
          </p:cNvPr>
          <p:cNvSpPr/>
          <p:nvPr/>
        </p:nvSpPr>
        <p:spPr>
          <a:xfrm>
            <a:off x="6630197" y="772707"/>
            <a:ext cx="2155994" cy="4918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Cloud Service Partner (CSN)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76E1E8E-7AB0-F520-C4E1-6FFE84F2FE77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 rot="5400000">
            <a:off x="6307901" y="1090802"/>
            <a:ext cx="1226492" cy="15740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6F9E0B2-40F3-1D7E-55CB-6CBBBF70672F}"/>
              </a:ext>
            </a:extLst>
          </p:cNvPr>
          <p:cNvSpPr/>
          <p:nvPr/>
        </p:nvSpPr>
        <p:spPr>
          <a:xfrm>
            <a:off x="4739624" y="2977792"/>
            <a:ext cx="2778254" cy="471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Centralized Identity Register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8558F41-F63A-8D23-2F56-52B3115FC3E1}"/>
              </a:ext>
            </a:extLst>
          </p:cNvPr>
          <p:cNvSpPr/>
          <p:nvPr/>
        </p:nvSpPr>
        <p:spPr>
          <a:xfrm>
            <a:off x="4871088" y="5027183"/>
            <a:ext cx="2504889" cy="6659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Cloud Service Provider (CSP) - B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6911904-04A8-1D22-BA5B-C91AB29245D2}"/>
              </a:ext>
            </a:extLst>
          </p:cNvPr>
          <p:cNvSpPr txBox="1"/>
          <p:nvPr/>
        </p:nvSpPr>
        <p:spPr>
          <a:xfrm>
            <a:off x="6128751" y="3609058"/>
            <a:ext cx="2393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Internal Governance and Trust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E3B1DB06-71E8-EE69-4500-FF3BD62BC301}"/>
              </a:ext>
            </a:extLst>
          </p:cNvPr>
          <p:cNvSpPr/>
          <p:nvPr/>
        </p:nvSpPr>
        <p:spPr>
          <a:xfrm>
            <a:off x="7595549" y="5027183"/>
            <a:ext cx="2504889" cy="6659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Cloud Service Provider (CSP) - C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5D333CC-5E60-5633-8FAB-E898ED91EC82}"/>
              </a:ext>
            </a:extLst>
          </p:cNvPr>
          <p:cNvCxnSpPr>
            <a:stCxn id="19" idx="2"/>
            <a:endCxn id="72" idx="0"/>
          </p:cNvCxnSpPr>
          <p:nvPr/>
        </p:nvCxnSpPr>
        <p:spPr>
          <a:xfrm flipH="1">
            <a:off x="6123533" y="3448880"/>
            <a:ext cx="5218" cy="15783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AEDE1A3E-62DF-49F4-9C51-D18EFDFB0DBE}"/>
              </a:ext>
            </a:extLst>
          </p:cNvPr>
          <p:cNvCxnSpPr>
            <a:stCxn id="19" idx="2"/>
            <a:endCxn id="8" idx="0"/>
          </p:cNvCxnSpPr>
          <p:nvPr/>
        </p:nvCxnSpPr>
        <p:spPr>
          <a:xfrm rot="5400000">
            <a:off x="4006563" y="2904994"/>
            <a:ext cx="1578303" cy="2666075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A496C602-6AC3-AF70-4978-9BADB67C7481}"/>
              </a:ext>
            </a:extLst>
          </p:cNvPr>
          <p:cNvCxnSpPr>
            <a:cxnSpLocks/>
            <a:stCxn id="19" idx="2"/>
            <a:endCxn id="100" idx="0"/>
          </p:cNvCxnSpPr>
          <p:nvPr/>
        </p:nvCxnSpPr>
        <p:spPr>
          <a:xfrm rot="16200000" flipH="1">
            <a:off x="6699221" y="2878409"/>
            <a:ext cx="1578303" cy="271924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787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79740-0D2E-C958-BC73-8751C4921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0325E1-163E-8AE3-1827-231795A0EC76}"/>
              </a:ext>
            </a:extLst>
          </p:cNvPr>
          <p:cNvSpPr/>
          <p:nvPr/>
        </p:nvSpPr>
        <p:spPr>
          <a:xfrm>
            <a:off x="3461656" y="732954"/>
            <a:ext cx="2214778" cy="4918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Cloud Service Customer (CSC)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7BB4D8-9A01-BD0E-5086-43FB9B2BBAB9}"/>
              </a:ext>
            </a:extLst>
          </p:cNvPr>
          <p:cNvSpPr/>
          <p:nvPr/>
        </p:nvSpPr>
        <p:spPr>
          <a:xfrm>
            <a:off x="3189514" y="2324121"/>
            <a:ext cx="5889172" cy="14388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400" b="1" dirty="0"/>
              <a:t>Mult-cloud  Identity Management</a:t>
            </a:r>
          </a:p>
        </p:txBody>
      </p:sp>
      <p:cxnSp>
        <p:nvCxnSpPr>
          <p:cNvPr id="7" name="Straight Arrow Connector 146">
            <a:extLst>
              <a:ext uri="{FF2B5EF4-FFF2-40B4-BE49-F238E27FC236}">
                <a16:creationId xmlns:a16="http://schemas.microsoft.com/office/drawing/2014/main" id="{28FF43B3-48F0-1B32-0F82-59D4E11A07F5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4801937" y="991957"/>
            <a:ext cx="1099271" cy="15650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CF3FCC-2D7A-369D-AA52-28E3BECE9BD0}"/>
              </a:ext>
            </a:extLst>
          </p:cNvPr>
          <p:cNvSpPr/>
          <p:nvPr/>
        </p:nvSpPr>
        <p:spPr>
          <a:xfrm>
            <a:off x="2210231" y="4987430"/>
            <a:ext cx="2504889" cy="6659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Identity Management: CSP-A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352985-677E-6C7A-739B-C0FF648A6E1D}"/>
              </a:ext>
            </a:extLst>
          </p:cNvPr>
          <p:cNvSpPr/>
          <p:nvPr/>
        </p:nvSpPr>
        <p:spPr>
          <a:xfrm>
            <a:off x="6630197" y="732954"/>
            <a:ext cx="2100335" cy="4918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Cloud Service Partner (CSN)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11EB064-3EB3-62D4-CCAA-06DDE18A6B5C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 rot="5400000">
            <a:off x="6357598" y="1001353"/>
            <a:ext cx="1099271" cy="15462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7821701-8A48-330B-C0D6-C8B4B4F3BCA0}"/>
              </a:ext>
            </a:extLst>
          </p:cNvPr>
          <p:cNvSpPr/>
          <p:nvPr/>
        </p:nvSpPr>
        <p:spPr>
          <a:xfrm>
            <a:off x="4739624" y="2938039"/>
            <a:ext cx="2778254" cy="471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Identity Federation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337732C2-7347-39AF-DCF9-F40919B818C8}"/>
              </a:ext>
            </a:extLst>
          </p:cNvPr>
          <p:cNvSpPr/>
          <p:nvPr/>
        </p:nvSpPr>
        <p:spPr>
          <a:xfrm>
            <a:off x="4871088" y="4987430"/>
            <a:ext cx="2504889" cy="6659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Identity Management: CSP-B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BB2C63DE-D38B-4742-E3AB-6B0E47F7FDBB}"/>
              </a:ext>
            </a:extLst>
          </p:cNvPr>
          <p:cNvSpPr/>
          <p:nvPr/>
        </p:nvSpPr>
        <p:spPr>
          <a:xfrm>
            <a:off x="7579647" y="4987430"/>
            <a:ext cx="2504889" cy="6659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Identity Management: CSP-C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67C50C3F-97BB-4BEE-13C4-48BD49A67908}"/>
              </a:ext>
            </a:extLst>
          </p:cNvPr>
          <p:cNvCxnSpPr>
            <a:stCxn id="19" idx="2"/>
            <a:endCxn id="8" idx="0"/>
          </p:cNvCxnSpPr>
          <p:nvPr/>
        </p:nvCxnSpPr>
        <p:spPr>
          <a:xfrm rot="5400000">
            <a:off x="4006563" y="2865241"/>
            <a:ext cx="1578303" cy="2666075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92B93AA-3C63-03C6-E001-251F42B9271B}"/>
              </a:ext>
            </a:extLst>
          </p:cNvPr>
          <p:cNvCxnSpPr>
            <a:stCxn id="19" idx="2"/>
            <a:endCxn id="72" idx="0"/>
          </p:cNvCxnSpPr>
          <p:nvPr/>
        </p:nvCxnSpPr>
        <p:spPr>
          <a:xfrm flipH="1">
            <a:off x="6123533" y="3409127"/>
            <a:ext cx="5218" cy="15783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BD7349B-8F3A-B8E7-94B4-6A385261B73D}"/>
              </a:ext>
            </a:extLst>
          </p:cNvPr>
          <p:cNvCxnSpPr>
            <a:cxnSpLocks/>
            <a:stCxn id="19" idx="2"/>
            <a:endCxn id="100" idx="0"/>
          </p:cNvCxnSpPr>
          <p:nvPr/>
        </p:nvCxnSpPr>
        <p:spPr>
          <a:xfrm rot="16200000" flipH="1">
            <a:off x="6691270" y="2846607"/>
            <a:ext cx="1578303" cy="270334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56FADF5-F897-37DC-9110-1EF2DFE505CA}"/>
              </a:ext>
            </a:extLst>
          </p:cNvPr>
          <p:cNvSpPr txBox="1"/>
          <p:nvPr/>
        </p:nvSpPr>
        <p:spPr>
          <a:xfrm>
            <a:off x="5964150" y="4527088"/>
            <a:ext cx="2823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Enables Single Sign On across CSPs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60D96BB-97AD-7C4C-58F0-0D94FA5735AB}"/>
              </a:ext>
            </a:extLst>
          </p:cNvPr>
          <p:cNvSpPr txBox="1"/>
          <p:nvPr/>
        </p:nvSpPr>
        <p:spPr>
          <a:xfrm>
            <a:off x="3590652" y="3891461"/>
            <a:ext cx="2423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Trust relationship established  via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D9C441-2661-823C-9669-5A6278F53C2F}"/>
              </a:ext>
            </a:extLst>
          </p:cNvPr>
          <p:cNvSpPr txBox="1"/>
          <p:nvPr/>
        </p:nvSpPr>
        <p:spPr>
          <a:xfrm>
            <a:off x="6153968" y="3889474"/>
            <a:ext cx="2919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Common protocols and assurance levels</a:t>
            </a:r>
          </a:p>
        </p:txBody>
      </p:sp>
    </p:spTree>
    <p:extLst>
      <p:ext uri="{BB962C8B-B14F-4D97-AF65-F5344CB8AC3E}">
        <p14:creationId xmlns:p14="http://schemas.microsoft.com/office/powerpoint/2010/main" val="998786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27CC2-BCAD-7F3A-D639-4C6FB1912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CDFC636-F3FE-8D27-48CE-B68D504BB6AD}"/>
              </a:ext>
            </a:extLst>
          </p:cNvPr>
          <p:cNvSpPr/>
          <p:nvPr/>
        </p:nvSpPr>
        <p:spPr>
          <a:xfrm>
            <a:off x="3461656" y="732954"/>
            <a:ext cx="2214778" cy="4918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Cloud Service Customer (CSC)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94978C-32A6-77EB-ACA3-F892800544E1}"/>
              </a:ext>
            </a:extLst>
          </p:cNvPr>
          <p:cNvSpPr/>
          <p:nvPr/>
        </p:nvSpPr>
        <p:spPr>
          <a:xfrm>
            <a:off x="3209382" y="1861786"/>
            <a:ext cx="5889172" cy="16765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IN" sz="1400" b="1" dirty="0"/>
              <a:t>Mult-cloud  Identity Management</a:t>
            </a:r>
          </a:p>
        </p:txBody>
      </p:sp>
      <p:cxnSp>
        <p:nvCxnSpPr>
          <p:cNvPr id="7" name="Straight Arrow Connector 146">
            <a:extLst>
              <a:ext uri="{FF2B5EF4-FFF2-40B4-BE49-F238E27FC236}">
                <a16:creationId xmlns:a16="http://schemas.microsoft.com/office/drawing/2014/main" id="{790D1D53-EFE6-1397-B7A9-4F6FB48AD251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5043038" y="750856"/>
            <a:ext cx="636936" cy="15849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4C6620-6335-126E-5F75-9F208CC55B35}"/>
              </a:ext>
            </a:extLst>
          </p:cNvPr>
          <p:cNvSpPr/>
          <p:nvPr/>
        </p:nvSpPr>
        <p:spPr>
          <a:xfrm>
            <a:off x="2210231" y="4987430"/>
            <a:ext cx="2504889" cy="6659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Identity Management: CSP-A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A66258-9BC5-696E-ABA4-10A819116C84}"/>
              </a:ext>
            </a:extLst>
          </p:cNvPr>
          <p:cNvSpPr/>
          <p:nvPr/>
        </p:nvSpPr>
        <p:spPr>
          <a:xfrm>
            <a:off x="6630197" y="732954"/>
            <a:ext cx="2052627" cy="4918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Cloud Service Partner (CSN)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91D1C15B-EA5D-4D17-E0CF-A7EA5610DB8B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 rot="5400000">
            <a:off x="6586772" y="792047"/>
            <a:ext cx="636936" cy="15025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313B1A4-C2C7-EE53-1B61-411AD4707FDC}"/>
              </a:ext>
            </a:extLst>
          </p:cNvPr>
          <p:cNvSpPr/>
          <p:nvPr/>
        </p:nvSpPr>
        <p:spPr>
          <a:xfrm>
            <a:off x="5003228" y="2053332"/>
            <a:ext cx="2246164" cy="4190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Identity-As-A-service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2D7BE5B-3F41-3E6B-CE90-B7A1AB1F8293}"/>
              </a:ext>
            </a:extLst>
          </p:cNvPr>
          <p:cNvSpPr/>
          <p:nvPr/>
        </p:nvSpPr>
        <p:spPr>
          <a:xfrm>
            <a:off x="4871088" y="4987430"/>
            <a:ext cx="2504889" cy="6659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Identity Management: CSP-B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8DF0A3AA-F12A-52FE-AAD2-91C9B257467E}"/>
              </a:ext>
            </a:extLst>
          </p:cNvPr>
          <p:cNvSpPr/>
          <p:nvPr/>
        </p:nvSpPr>
        <p:spPr>
          <a:xfrm>
            <a:off x="7579647" y="4987430"/>
            <a:ext cx="2504889" cy="6659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Identity Management: CSP-C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D6C3E9AB-B23A-A86C-D5B5-A7C4F48D8C92}"/>
              </a:ext>
            </a:extLst>
          </p:cNvPr>
          <p:cNvCxnSpPr>
            <a:cxnSpLocks/>
            <a:stCxn id="18" idx="2"/>
            <a:endCxn id="8" idx="0"/>
          </p:cNvCxnSpPr>
          <p:nvPr/>
        </p:nvCxnSpPr>
        <p:spPr>
          <a:xfrm rot="5400000">
            <a:off x="3841608" y="2698582"/>
            <a:ext cx="1909916" cy="2667780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B85ABB-88EC-4DFF-6BFC-DBCFF7B0B641}"/>
              </a:ext>
            </a:extLst>
          </p:cNvPr>
          <p:cNvCxnSpPr>
            <a:cxnSpLocks/>
            <a:stCxn id="18" idx="2"/>
            <a:endCxn id="72" idx="0"/>
          </p:cNvCxnSpPr>
          <p:nvPr/>
        </p:nvCxnSpPr>
        <p:spPr>
          <a:xfrm flipH="1">
            <a:off x="6123533" y="3077514"/>
            <a:ext cx="6923" cy="19099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CED07620-9573-31EF-BE6F-56DE867FCD4C}"/>
              </a:ext>
            </a:extLst>
          </p:cNvPr>
          <p:cNvCxnSpPr>
            <a:cxnSpLocks/>
            <a:stCxn id="18" idx="2"/>
            <a:endCxn id="100" idx="0"/>
          </p:cNvCxnSpPr>
          <p:nvPr/>
        </p:nvCxnSpPr>
        <p:spPr>
          <a:xfrm rot="16200000" flipH="1">
            <a:off x="6526316" y="2681654"/>
            <a:ext cx="1909916" cy="27016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056C620-7532-B612-CAC4-23916A150476}"/>
              </a:ext>
            </a:extLst>
          </p:cNvPr>
          <p:cNvSpPr txBox="1"/>
          <p:nvPr/>
        </p:nvSpPr>
        <p:spPr>
          <a:xfrm>
            <a:off x="3841614" y="3600715"/>
            <a:ext cx="2155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API Based Identity Provisioning and Verification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EBCCEC-971D-10F9-2BA2-327E278347E1}"/>
              </a:ext>
            </a:extLst>
          </p:cNvPr>
          <p:cNvSpPr/>
          <p:nvPr/>
        </p:nvSpPr>
        <p:spPr>
          <a:xfrm>
            <a:off x="5396203" y="2759103"/>
            <a:ext cx="1468506" cy="3184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Integration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BF6C33-9B81-1C63-F2C6-B7162CBF8A5F}"/>
              </a:ext>
            </a:extLst>
          </p:cNvPr>
          <p:cNvSpPr txBox="1"/>
          <p:nvPr/>
        </p:nvSpPr>
        <p:spPr>
          <a:xfrm>
            <a:off x="6238088" y="3702396"/>
            <a:ext cx="2131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SLAs and Trust Mechanism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0DF7E9-163B-33C4-AAA7-D10A2E035A22}"/>
              </a:ext>
            </a:extLst>
          </p:cNvPr>
          <p:cNvCxnSpPr>
            <a:cxnSpLocks/>
            <a:stCxn id="19" idx="2"/>
            <a:endCxn id="18" idx="0"/>
          </p:cNvCxnSpPr>
          <p:nvPr/>
        </p:nvCxnSpPr>
        <p:spPr>
          <a:xfrm>
            <a:off x="6126310" y="2472381"/>
            <a:ext cx="4146" cy="2867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390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A407F-5864-9AC9-B3E9-96F3538D2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E4EE930-DA87-867F-6EB7-26864C8510B1}"/>
              </a:ext>
            </a:extLst>
          </p:cNvPr>
          <p:cNvSpPr/>
          <p:nvPr/>
        </p:nvSpPr>
        <p:spPr>
          <a:xfrm>
            <a:off x="1940118" y="2482622"/>
            <a:ext cx="8579458" cy="18746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sz="1400" b="1" dirty="0"/>
              <a:t>Mult-cloud  Identity Management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AD15A0-0EE7-B81A-8DCC-9B68A5A60F2A}"/>
              </a:ext>
            </a:extLst>
          </p:cNvPr>
          <p:cNvSpPr/>
          <p:nvPr/>
        </p:nvSpPr>
        <p:spPr>
          <a:xfrm>
            <a:off x="3461656" y="732954"/>
            <a:ext cx="2214778" cy="4918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Cloud Service User (CSU) -A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BEF4BE-5EF4-C3D9-A20B-F6D7865F0EE9}"/>
              </a:ext>
            </a:extLst>
          </p:cNvPr>
          <p:cNvSpPr/>
          <p:nvPr/>
        </p:nvSpPr>
        <p:spPr>
          <a:xfrm>
            <a:off x="2210231" y="5224007"/>
            <a:ext cx="2504889" cy="42937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Identity Management: CSP-A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3D4B2B0A-5632-6877-8D89-CE5F8A70E50B}"/>
              </a:ext>
            </a:extLst>
          </p:cNvPr>
          <p:cNvSpPr/>
          <p:nvPr/>
        </p:nvSpPr>
        <p:spPr>
          <a:xfrm>
            <a:off x="4917675" y="5224007"/>
            <a:ext cx="2504889" cy="42937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Identity Management: CSP-B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D300BF36-57BF-9F6A-FB07-3687ABC5D352}"/>
              </a:ext>
            </a:extLst>
          </p:cNvPr>
          <p:cNvSpPr/>
          <p:nvPr/>
        </p:nvSpPr>
        <p:spPr>
          <a:xfrm>
            <a:off x="7579647" y="5224007"/>
            <a:ext cx="2504889" cy="42937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Identity Management: CSP-C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4D7CEC1-A28B-3DE2-C656-D6BA9BEFF362}"/>
              </a:ext>
            </a:extLst>
          </p:cNvPr>
          <p:cNvSpPr/>
          <p:nvPr/>
        </p:nvSpPr>
        <p:spPr>
          <a:xfrm>
            <a:off x="3745065" y="1481500"/>
            <a:ext cx="1653871" cy="4918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Credential Issuer - 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419685-4F54-DC93-4367-E1F69986AF05}"/>
              </a:ext>
            </a:extLst>
          </p:cNvPr>
          <p:cNvSpPr/>
          <p:nvPr/>
        </p:nvSpPr>
        <p:spPr>
          <a:xfrm>
            <a:off x="6616924" y="1481500"/>
            <a:ext cx="1653870" cy="4918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Credential Issuer -B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CF5760-5D2F-A1FB-4BC8-42392A076CCD}"/>
              </a:ext>
            </a:extLst>
          </p:cNvPr>
          <p:cNvSpPr/>
          <p:nvPr/>
        </p:nvSpPr>
        <p:spPr>
          <a:xfrm>
            <a:off x="5000450" y="2663686"/>
            <a:ext cx="2246164" cy="4190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Credential Specification Assurance Level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C841AF2-FFA0-3F0C-DF1E-618F17D97B3F}"/>
              </a:ext>
            </a:extLst>
          </p:cNvPr>
          <p:cNvSpPr/>
          <p:nvPr/>
        </p:nvSpPr>
        <p:spPr>
          <a:xfrm>
            <a:off x="6338631" y="732954"/>
            <a:ext cx="2214778" cy="4918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Cloud Service User (CSU) -B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FE2E5BC-3B3B-020F-2378-599884A2D233}"/>
              </a:ext>
            </a:extLst>
          </p:cNvPr>
          <p:cNvGrpSpPr/>
          <p:nvPr/>
        </p:nvGrpSpPr>
        <p:grpSpPr>
          <a:xfrm>
            <a:off x="5000450" y="3287030"/>
            <a:ext cx="2246164" cy="825088"/>
            <a:chOff x="5000450" y="3175716"/>
            <a:chExt cx="2246164" cy="8250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7EB4573-72BE-3A26-6296-6D86DA524E8E}"/>
                </a:ext>
              </a:extLst>
            </p:cNvPr>
            <p:cNvSpPr/>
            <p:nvPr/>
          </p:nvSpPr>
          <p:spPr>
            <a:xfrm>
              <a:off x="5000450" y="3175716"/>
              <a:ext cx="2246164" cy="80802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N" sz="1200" b="1" dirty="0"/>
                <a:t>Credential Interoperability</a:t>
              </a:r>
            </a:p>
          </p:txBody>
        </p:sp>
        <p:pic>
          <p:nvPicPr>
            <p:cNvPr id="21" name="Picture 2" descr="Actor | UML Use Case">
              <a:extLst>
                <a:ext uri="{FF2B5EF4-FFF2-40B4-BE49-F238E27FC236}">
                  <a16:creationId xmlns:a16="http://schemas.microsoft.com/office/drawing/2014/main" id="{2A9F7372-2D24-3917-6BC5-405696FC9B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67483" y="3460143"/>
              <a:ext cx="322490" cy="322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" descr="Actor | UML Use Case">
              <a:extLst>
                <a:ext uri="{FF2B5EF4-FFF2-40B4-BE49-F238E27FC236}">
                  <a16:creationId xmlns:a16="http://schemas.microsoft.com/office/drawing/2014/main" id="{F0D8E4BC-A706-1D45-A5C0-1F24C0D7C6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5249" y="3453010"/>
              <a:ext cx="322490" cy="322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 descr="Actor | UML Use Case">
              <a:extLst>
                <a:ext uri="{FF2B5EF4-FFF2-40B4-BE49-F238E27FC236}">
                  <a16:creationId xmlns:a16="http://schemas.microsoft.com/office/drawing/2014/main" id="{AF06C7C0-2C0E-D874-D213-8AABF48B53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63015" y="3453010"/>
              <a:ext cx="322490" cy="322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Actor | UML Use Case">
              <a:extLst>
                <a:ext uri="{FF2B5EF4-FFF2-40B4-BE49-F238E27FC236}">
                  <a16:creationId xmlns:a16="http://schemas.microsoft.com/office/drawing/2014/main" id="{489697E2-5DE3-BDCD-485B-F719DAC708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0738" y="3460143"/>
              <a:ext cx="322490" cy="322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AF594A-E6E4-6CAD-4616-1833ABCA3974}"/>
                </a:ext>
              </a:extLst>
            </p:cNvPr>
            <p:cNvSpPr txBox="1"/>
            <p:nvPr/>
          </p:nvSpPr>
          <p:spPr>
            <a:xfrm>
              <a:off x="5232922" y="3723805"/>
              <a:ext cx="18601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/>
                <a:t>Decentralized Identities</a:t>
              </a:r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AB11DDD-22A0-3369-6E00-85135C9C7A82}"/>
              </a:ext>
            </a:extLst>
          </p:cNvPr>
          <p:cNvCxnSpPr>
            <a:stCxn id="4" idx="2"/>
            <a:endCxn id="2" idx="0"/>
          </p:cNvCxnSpPr>
          <p:nvPr/>
        </p:nvCxnSpPr>
        <p:spPr>
          <a:xfrm>
            <a:off x="4569045" y="1224850"/>
            <a:ext cx="2956" cy="2566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530BDC3-A59B-4CE2-506B-D09F4E87FC1F}"/>
              </a:ext>
            </a:extLst>
          </p:cNvPr>
          <p:cNvCxnSpPr>
            <a:stCxn id="20" idx="2"/>
            <a:endCxn id="5" idx="0"/>
          </p:cNvCxnSpPr>
          <p:nvPr/>
        </p:nvCxnSpPr>
        <p:spPr>
          <a:xfrm flipH="1">
            <a:off x="7443859" y="1224850"/>
            <a:ext cx="2161" cy="2566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378EA410-B1F6-EE76-E047-7CE67EBA90F4}"/>
              </a:ext>
            </a:extLst>
          </p:cNvPr>
          <p:cNvCxnSpPr>
            <a:stCxn id="2" idx="2"/>
            <a:endCxn id="13" idx="0"/>
          </p:cNvCxnSpPr>
          <p:nvPr/>
        </p:nvCxnSpPr>
        <p:spPr>
          <a:xfrm rot="16200000" flipH="1">
            <a:off x="5002621" y="1542775"/>
            <a:ext cx="690290" cy="15515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BD4D143-C77B-488C-D041-F0B22EA85563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rot="5400000">
            <a:off x="6438551" y="1658378"/>
            <a:ext cx="690290" cy="13203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4A13E6F-F362-63D9-3C03-1AF8CE004BD1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6123532" y="3082735"/>
            <a:ext cx="0" cy="2042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6DEE9E5F-ACE7-E489-9754-F370593B7A99}"/>
              </a:ext>
            </a:extLst>
          </p:cNvPr>
          <p:cNvCxnSpPr>
            <a:stCxn id="26" idx="2"/>
            <a:endCxn id="8" idx="0"/>
          </p:cNvCxnSpPr>
          <p:nvPr/>
        </p:nvCxnSpPr>
        <p:spPr>
          <a:xfrm rot="5400000">
            <a:off x="4256902" y="3317893"/>
            <a:ext cx="1111889" cy="27003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96844B0A-60BB-9B5E-9886-7AC0EC8141A8}"/>
              </a:ext>
            </a:extLst>
          </p:cNvPr>
          <p:cNvCxnSpPr>
            <a:cxnSpLocks/>
            <a:stCxn id="26" idx="2"/>
            <a:endCxn id="100" idx="0"/>
          </p:cNvCxnSpPr>
          <p:nvPr/>
        </p:nvCxnSpPr>
        <p:spPr>
          <a:xfrm rot="16200000" flipH="1">
            <a:off x="6941609" y="3333523"/>
            <a:ext cx="1111889" cy="26690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DFE78AA-2C61-A549-6FF8-2813FCEFA2B6}"/>
              </a:ext>
            </a:extLst>
          </p:cNvPr>
          <p:cNvCxnSpPr>
            <a:cxnSpLocks/>
            <a:stCxn id="26" idx="2"/>
            <a:endCxn id="72" idx="0"/>
          </p:cNvCxnSpPr>
          <p:nvPr/>
        </p:nvCxnSpPr>
        <p:spPr>
          <a:xfrm>
            <a:off x="6163015" y="4112118"/>
            <a:ext cx="7105" cy="1111889"/>
          </a:xfrm>
          <a:prstGeom prst="line">
            <a:avLst/>
          </a:prstGeom>
          <a:ln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1F5A966-7526-31FA-E986-D9DBC8F30266}"/>
              </a:ext>
            </a:extLst>
          </p:cNvPr>
          <p:cNvSpPr txBox="1"/>
          <p:nvPr/>
        </p:nvSpPr>
        <p:spPr>
          <a:xfrm>
            <a:off x="5273213" y="4586968"/>
            <a:ext cx="186018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Risk Based Acceptance</a:t>
            </a:r>
          </a:p>
        </p:txBody>
      </p:sp>
    </p:spTree>
    <p:extLst>
      <p:ext uri="{BB962C8B-B14F-4D97-AF65-F5344CB8AC3E}">
        <p14:creationId xmlns:p14="http://schemas.microsoft.com/office/powerpoint/2010/main" val="2758994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594626A0-C939-994F-F4C9-1F6AB5454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125305"/>
            <a:ext cx="10905066" cy="460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596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C0A56-5FBC-6590-787A-EFDC07322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Oval 120">
            <a:extLst>
              <a:ext uri="{FF2B5EF4-FFF2-40B4-BE49-F238E27FC236}">
                <a16:creationId xmlns:a16="http://schemas.microsoft.com/office/drawing/2014/main" id="{A3B79668-C7FC-A7FD-A8CC-6C33BF94BAB5}"/>
              </a:ext>
            </a:extLst>
          </p:cNvPr>
          <p:cNvSpPr/>
          <p:nvPr/>
        </p:nvSpPr>
        <p:spPr>
          <a:xfrm>
            <a:off x="10183909" y="2012441"/>
            <a:ext cx="117150" cy="170763"/>
          </a:xfrm>
          <a:prstGeom prst="ellips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>
              <a:solidFill>
                <a:schemeClr val="dk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BFA9896-9942-B9BE-BA9A-AF420EDCF521}"/>
              </a:ext>
            </a:extLst>
          </p:cNvPr>
          <p:cNvSpPr/>
          <p:nvPr/>
        </p:nvSpPr>
        <p:spPr>
          <a:xfrm>
            <a:off x="31475" y="603682"/>
            <a:ext cx="12030777" cy="5538365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800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F40807C-D2D8-9BA2-D8AF-8BDB595BEF09}"/>
              </a:ext>
            </a:extLst>
          </p:cNvPr>
          <p:cNvSpPr/>
          <p:nvPr/>
        </p:nvSpPr>
        <p:spPr>
          <a:xfrm>
            <a:off x="10070800" y="1613802"/>
            <a:ext cx="1615616" cy="24310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800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0092B839-9655-C2AF-B5C7-5F37155A74DC}"/>
              </a:ext>
            </a:extLst>
          </p:cNvPr>
          <p:cNvSpPr/>
          <p:nvPr/>
        </p:nvSpPr>
        <p:spPr>
          <a:xfrm>
            <a:off x="129747" y="2606901"/>
            <a:ext cx="3138895" cy="32683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800"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58280DE1-7A8A-EB25-D88D-DE50C44AE829}"/>
              </a:ext>
            </a:extLst>
          </p:cNvPr>
          <p:cNvSpPr/>
          <p:nvPr/>
        </p:nvSpPr>
        <p:spPr>
          <a:xfrm>
            <a:off x="3654656" y="1131951"/>
            <a:ext cx="6284375" cy="474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800" dirty="0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30A0027D-84D4-56A9-89F1-E7E4AA730347}"/>
              </a:ext>
            </a:extLst>
          </p:cNvPr>
          <p:cNvSpPr/>
          <p:nvPr/>
        </p:nvSpPr>
        <p:spPr>
          <a:xfrm>
            <a:off x="10186134" y="1917692"/>
            <a:ext cx="117150" cy="170763"/>
          </a:xfrm>
          <a:prstGeom prst="ellips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>
              <a:solidFill>
                <a:schemeClr val="dk1"/>
              </a:solidFill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523DB4DB-B0A6-832D-5F92-2E47B613B565}"/>
              </a:ext>
            </a:extLst>
          </p:cNvPr>
          <p:cNvSpPr/>
          <p:nvPr/>
        </p:nvSpPr>
        <p:spPr>
          <a:xfrm>
            <a:off x="10192175" y="3601031"/>
            <a:ext cx="117150" cy="170763"/>
          </a:xfrm>
          <a:prstGeom prst="ellips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>
              <a:solidFill>
                <a:schemeClr val="dk1"/>
              </a:solidFill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81391223-6408-D666-7A7B-09C091181C50}"/>
              </a:ext>
            </a:extLst>
          </p:cNvPr>
          <p:cNvSpPr/>
          <p:nvPr/>
        </p:nvSpPr>
        <p:spPr>
          <a:xfrm>
            <a:off x="10211716" y="2756827"/>
            <a:ext cx="117150" cy="170763"/>
          </a:xfrm>
          <a:prstGeom prst="ellips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>
              <a:solidFill>
                <a:schemeClr val="dk1"/>
              </a:solidFill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94DBBDB7-6772-9860-915B-157AA596FE78}"/>
              </a:ext>
            </a:extLst>
          </p:cNvPr>
          <p:cNvSpPr/>
          <p:nvPr/>
        </p:nvSpPr>
        <p:spPr>
          <a:xfrm>
            <a:off x="10209429" y="2829520"/>
            <a:ext cx="117150" cy="170763"/>
          </a:xfrm>
          <a:prstGeom prst="ellips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>
              <a:solidFill>
                <a:schemeClr val="dk1"/>
              </a:solidFill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FF1559F9-C049-B349-C727-A9C3E6AAACD4}"/>
              </a:ext>
            </a:extLst>
          </p:cNvPr>
          <p:cNvSpPr/>
          <p:nvPr/>
        </p:nvSpPr>
        <p:spPr>
          <a:xfrm>
            <a:off x="10191085" y="3672192"/>
            <a:ext cx="117150" cy="170763"/>
          </a:xfrm>
          <a:prstGeom prst="ellips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>
              <a:solidFill>
                <a:schemeClr val="dk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146881-06C2-B023-8378-34C37A233FDA}"/>
              </a:ext>
            </a:extLst>
          </p:cNvPr>
          <p:cNvSpPr/>
          <p:nvPr/>
        </p:nvSpPr>
        <p:spPr>
          <a:xfrm>
            <a:off x="6572420" y="3158721"/>
            <a:ext cx="1396669" cy="4632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Credential management and credential register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9FDD59-443E-6640-AAC0-B714F58863D0}"/>
              </a:ext>
            </a:extLst>
          </p:cNvPr>
          <p:cNvSpPr/>
          <p:nvPr/>
        </p:nvSpPr>
        <p:spPr>
          <a:xfrm>
            <a:off x="6576717" y="4193812"/>
            <a:ext cx="1396669" cy="46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Authorization and policy service (RBAC/ABAC/PBAC/PAM)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03AED3-1F28-1499-C9DC-1E103ACCA9BA}"/>
              </a:ext>
            </a:extLst>
          </p:cNvPr>
          <p:cNvSpPr/>
          <p:nvPr/>
        </p:nvSpPr>
        <p:spPr>
          <a:xfrm>
            <a:off x="6572420" y="2341124"/>
            <a:ext cx="1396669" cy="4632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Federation and trust management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37A579-D837-4A8A-3FFB-3B502952991D}"/>
              </a:ext>
            </a:extLst>
          </p:cNvPr>
          <p:cNvSpPr/>
          <p:nvPr/>
        </p:nvSpPr>
        <p:spPr>
          <a:xfrm>
            <a:off x="3803636" y="1248961"/>
            <a:ext cx="1396669" cy="364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Audit, monitoring and trust management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431C83-5A44-F4D8-D272-E7A5869AB517}"/>
              </a:ext>
            </a:extLst>
          </p:cNvPr>
          <p:cNvSpPr/>
          <p:nvPr/>
        </p:nvSpPr>
        <p:spPr>
          <a:xfrm>
            <a:off x="3803636" y="1745763"/>
            <a:ext cx="1396669" cy="364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Identity synchronization and lifecycle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A85903-1D21-CF46-9064-356BDA7C2B80}"/>
              </a:ext>
            </a:extLst>
          </p:cNvPr>
          <p:cNvSpPr/>
          <p:nvPr/>
        </p:nvSpPr>
        <p:spPr>
          <a:xfrm>
            <a:off x="3803636" y="3206688"/>
            <a:ext cx="1396669" cy="364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Admin and governance interfaces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EA08B9-4B0F-E494-3D1B-7331B8D419B4}"/>
              </a:ext>
            </a:extLst>
          </p:cNvPr>
          <p:cNvSpPr/>
          <p:nvPr/>
        </p:nvSpPr>
        <p:spPr>
          <a:xfrm>
            <a:off x="3817287" y="4244251"/>
            <a:ext cx="1396669" cy="364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Authorization and SSO/MFA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F1EA84-7D20-3D31-7DDE-30D8284B1A72}"/>
              </a:ext>
            </a:extLst>
          </p:cNvPr>
          <p:cNvSpPr/>
          <p:nvPr/>
        </p:nvSpPr>
        <p:spPr>
          <a:xfrm>
            <a:off x="1736332" y="3210220"/>
            <a:ext cx="1160979" cy="364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Identity management authority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459C40-DEAA-D904-2243-8A46D3FF72D9}"/>
              </a:ext>
            </a:extLst>
          </p:cNvPr>
          <p:cNvSpPr/>
          <p:nvPr/>
        </p:nvSpPr>
        <p:spPr>
          <a:xfrm>
            <a:off x="1736332" y="5182075"/>
            <a:ext cx="1160979" cy="364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Identity registration authority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60E23A-347C-F6B1-75F4-B01832010CA1}"/>
              </a:ext>
            </a:extLst>
          </p:cNvPr>
          <p:cNvSpPr/>
          <p:nvPr/>
        </p:nvSpPr>
        <p:spPr>
          <a:xfrm>
            <a:off x="215760" y="2956326"/>
            <a:ext cx="826316" cy="3300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Regulatory body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3559B9-E707-CED0-57A3-FE246237F400}"/>
              </a:ext>
            </a:extLst>
          </p:cNvPr>
          <p:cNvSpPr/>
          <p:nvPr/>
        </p:nvSpPr>
        <p:spPr>
          <a:xfrm>
            <a:off x="215760" y="3568288"/>
            <a:ext cx="826316" cy="3300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Author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28FCE9-1241-7BB4-1A12-2E9F68D0C02C}"/>
              </a:ext>
            </a:extLst>
          </p:cNvPr>
          <p:cNvSpPr/>
          <p:nvPr/>
        </p:nvSpPr>
        <p:spPr>
          <a:xfrm>
            <a:off x="215760" y="4262193"/>
            <a:ext cx="826316" cy="3300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Principle/CSU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613E50-2248-4461-A806-91EB99AFD53E}"/>
              </a:ext>
            </a:extLst>
          </p:cNvPr>
          <p:cNvSpPr/>
          <p:nvPr/>
        </p:nvSpPr>
        <p:spPr>
          <a:xfrm>
            <a:off x="10197410" y="1744657"/>
            <a:ext cx="1396669" cy="364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CSP-A IAM services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B5985B-EE78-A172-CF91-707EB96F2B93}"/>
              </a:ext>
            </a:extLst>
          </p:cNvPr>
          <p:cNvSpPr/>
          <p:nvPr/>
        </p:nvSpPr>
        <p:spPr>
          <a:xfrm>
            <a:off x="10214003" y="2591486"/>
            <a:ext cx="1380076" cy="364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CSP-B IAM services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408D5E-6591-0B75-D91C-E45C33A8A61A}"/>
              </a:ext>
            </a:extLst>
          </p:cNvPr>
          <p:cNvSpPr/>
          <p:nvPr/>
        </p:nvSpPr>
        <p:spPr>
          <a:xfrm>
            <a:off x="10197410" y="3438315"/>
            <a:ext cx="1396669" cy="364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CSP-C IAM services</a:t>
            </a:r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0C28A3BE-A04A-8735-C053-CEB9D2D3A9FE}"/>
              </a:ext>
            </a:extLst>
          </p:cNvPr>
          <p:cNvSpPr/>
          <p:nvPr/>
        </p:nvSpPr>
        <p:spPr>
          <a:xfrm>
            <a:off x="8634884" y="4893025"/>
            <a:ext cx="1257620" cy="897813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dk1"/>
                </a:solidFill>
              </a:rPr>
              <a:t>User identity database/integrated identity register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C5110F-6C4F-96E5-B154-27A575E22BE0}"/>
              </a:ext>
            </a:extLst>
          </p:cNvPr>
          <p:cNvSpPr txBox="1"/>
          <p:nvPr/>
        </p:nvSpPr>
        <p:spPr>
          <a:xfrm>
            <a:off x="5780761" y="2305949"/>
            <a:ext cx="811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Configure federation/trust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F21D2D4-3C8F-E6DE-A37B-1BF2E2BA9E9F}"/>
              </a:ext>
            </a:extLst>
          </p:cNvPr>
          <p:cNvCxnSpPr>
            <a:stCxn id="10" idx="3"/>
            <a:endCxn id="7" idx="1"/>
          </p:cNvCxnSpPr>
          <p:nvPr/>
        </p:nvCxnSpPr>
        <p:spPr>
          <a:xfrm flipV="1">
            <a:off x="5200305" y="2572750"/>
            <a:ext cx="1372115" cy="81635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FD72253-AE40-28C1-67CF-0785B1F95560}"/>
              </a:ext>
            </a:extLst>
          </p:cNvPr>
          <p:cNvSpPr txBox="1"/>
          <p:nvPr/>
        </p:nvSpPr>
        <p:spPr>
          <a:xfrm>
            <a:off x="5814476" y="3135091"/>
            <a:ext cx="850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Configure credential policies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16B5672-5035-0D85-2C1B-AE92769C932F}"/>
              </a:ext>
            </a:extLst>
          </p:cNvPr>
          <p:cNvCxnSpPr>
            <a:stCxn id="10" idx="3"/>
            <a:endCxn id="5" idx="1"/>
          </p:cNvCxnSpPr>
          <p:nvPr/>
        </p:nvCxnSpPr>
        <p:spPr>
          <a:xfrm>
            <a:off x="5200305" y="3389109"/>
            <a:ext cx="1372115" cy="123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C987EC4-E350-4C67-67BC-BF5AEBDAD44B}"/>
              </a:ext>
            </a:extLst>
          </p:cNvPr>
          <p:cNvCxnSpPr>
            <a:stCxn id="10" idx="3"/>
            <a:endCxn id="6" idx="1"/>
          </p:cNvCxnSpPr>
          <p:nvPr/>
        </p:nvCxnSpPr>
        <p:spPr>
          <a:xfrm>
            <a:off x="5200305" y="3389109"/>
            <a:ext cx="1376412" cy="103632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D658E8A-8554-9AA1-4560-3210EB569C5A}"/>
              </a:ext>
            </a:extLst>
          </p:cNvPr>
          <p:cNvSpPr txBox="1"/>
          <p:nvPr/>
        </p:nvSpPr>
        <p:spPr>
          <a:xfrm>
            <a:off x="5761141" y="4144494"/>
            <a:ext cx="910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Configure policies, roles, attributes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7246B74-FFB1-CA2F-C563-8807C5113229}"/>
              </a:ext>
            </a:extLst>
          </p:cNvPr>
          <p:cNvCxnSpPr>
            <a:cxnSpLocks/>
            <a:stCxn id="12" idx="3"/>
            <a:endCxn id="10" idx="1"/>
          </p:cNvCxnSpPr>
          <p:nvPr/>
        </p:nvCxnSpPr>
        <p:spPr>
          <a:xfrm flipV="1">
            <a:off x="2897311" y="3389109"/>
            <a:ext cx="906325" cy="353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0FF5D47-8A20-CC51-FF67-1349C060398F}"/>
              </a:ext>
            </a:extLst>
          </p:cNvPr>
          <p:cNvSpPr txBox="1"/>
          <p:nvPr/>
        </p:nvSpPr>
        <p:spPr>
          <a:xfrm>
            <a:off x="2863597" y="3206688"/>
            <a:ext cx="9737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Policies, governance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1CB4791-5A8D-B3F9-8B3E-423427E0ED93}"/>
              </a:ext>
            </a:extLst>
          </p:cNvPr>
          <p:cNvCxnSpPr>
            <a:cxnSpLocks/>
            <a:stCxn id="11" idx="3"/>
            <a:endCxn id="6" idx="1"/>
          </p:cNvCxnSpPr>
          <p:nvPr/>
        </p:nvCxnSpPr>
        <p:spPr>
          <a:xfrm flipV="1">
            <a:off x="5213956" y="4425437"/>
            <a:ext cx="1362761" cy="123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F1EAE97-84F5-1FB6-2C7A-F8297694BDF1}"/>
              </a:ext>
            </a:extLst>
          </p:cNvPr>
          <p:cNvSpPr txBox="1"/>
          <p:nvPr/>
        </p:nvSpPr>
        <p:spPr>
          <a:xfrm>
            <a:off x="5347983" y="4458324"/>
            <a:ext cx="8263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Token/assertions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6E26B71-F7F7-549D-9454-4C727840EE29}"/>
              </a:ext>
            </a:extLst>
          </p:cNvPr>
          <p:cNvCxnSpPr>
            <a:cxnSpLocks/>
            <a:stCxn id="21" idx="3"/>
            <a:endCxn id="11" idx="1"/>
          </p:cNvCxnSpPr>
          <p:nvPr/>
        </p:nvCxnSpPr>
        <p:spPr>
          <a:xfrm flipV="1">
            <a:off x="1042076" y="4426672"/>
            <a:ext cx="2775211" cy="53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140476B-4A14-D56E-F04E-DCB1E633FD1C}"/>
              </a:ext>
            </a:extLst>
          </p:cNvPr>
          <p:cNvSpPr txBox="1"/>
          <p:nvPr/>
        </p:nvSpPr>
        <p:spPr>
          <a:xfrm>
            <a:off x="1839475" y="4220417"/>
            <a:ext cx="8263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SSO/MFA AuthN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16D05154-497F-11C3-678F-140324E19783}"/>
              </a:ext>
            </a:extLst>
          </p:cNvPr>
          <p:cNvCxnSpPr>
            <a:cxnSpLocks/>
            <a:stCxn id="17" idx="3"/>
            <a:endCxn id="12" idx="1"/>
          </p:cNvCxnSpPr>
          <p:nvPr/>
        </p:nvCxnSpPr>
        <p:spPr>
          <a:xfrm>
            <a:off x="1042076" y="3121344"/>
            <a:ext cx="694256" cy="27129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C243C6CD-69B2-6990-EE67-B0864FF0D46A}"/>
              </a:ext>
            </a:extLst>
          </p:cNvPr>
          <p:cNvCxnSpPr>
            <a:cxnSpLocks/>
            <a:stCxn id="19" idx="3"/>
            <a:endCxn id="12" idx="1"/>
          </p:cNvCxnSpPr>
          <p:nvPr/>
        </p:nvCxnSpPr>
        <p:spPr>
          <a:xfrm flipV="1">
            <a:off x="1042076" y="3392641"/>
            <a:ext cx="694256" cy="34066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34F12DBA-9DC8-B552-CE91-1729E678D8CC}"/>
              </a:ext>
            </a:extLst>
          </p:cNvPr>
          <p:cNvSpPr txBox="1"/>
          <p:nvPr/>
        </p:nvSpPr>
        <p:spPr>
          <a:xfrm>
            <a:off x="976046" y="2902806"/>
            <a:ext cx="9737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Regulation, oversight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39C76C-58ED-1DFC-8D28-02D3FE33A3EA}"/>
              </a:ext>
            </a:extLst>
          </p:cNvPr>
          <p:cNvSpPr txBox="1"/>
          <p:nvPr/>
        </p:nvSpPr>
        <p:spPr>
          <a:xfrm>
            <a:off x="976046" y="3760448"/>
            <a:ext cx="9737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Compliance findings</a:t>
            </a:r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95FFA910-9BFE-BC8E-31C9-42763C41F2AE}"/>
              </a:ext>
            </a:extLst>
          </p:cNvPr>
          <p:cNvCxnSpPr>
            <a:cxnSpLocks/>
            <a:stCxn id="21" idx="3"/>
            <a:endCxn id="15" idx="1"/>
          </p:cNvCxnSpPr>
          <p:nvPr/>
        </p:nvCxnSpPr>
        <p:spPr>
          <a:xfrm>
            <a:off x="1042076" y="4427211"/>
            <a:ext cx="694256" cy="93728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AAC9F33A-3F43-038A-1827-4472B57E07AB}"/>
              </a:ext>
            </a:extLst>
          </p:cNvPr>
          <p:cNvSpPr txBox="1"/>
          <p:nvPr/>
        </p:nvSpPr>
        <p:spPr>
          <a:xfrm>
            <a:off x="36049" y="4975258"/>
            <a:ext cx="13331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Enrollment and Identity Proofing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123703E-76D9-E15B-1F54-6F49F81CA3C8}"/>
              </a:ext>
            </a:extLst>
          </p:cNvPr>
          <p:cNvCxnSpPr>
            <a:cxnSpLocks/>
            <a:stCxn id="15" idx="3"/>
            <a:endCxn id="26" idx="2"/>
          </p:cNvCxnSpPr>
          <p:nvPr/>
        </p:nvCxnSpPr>
        <p:spPr>
          <a:xfrm flipV="1">
            <a:off x="2897311" y="5341932"/>
            <a:ext cx="5737573" cy="2256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C9AEAFB-0C29-DBA1-A000-3A4420D98A0D}"/>
              </a:ext>
            </a:extLst>
          </p:cNvPr>
          <p:cNvSpPr txBox="1"/>
          <p:nvPr/>
        </p:nvSpPr>
        <p:spPr>
          <a:xfrm>
            <a:off x="5200305" y="5395503"/>
            <a:ext cx="97399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Identity registration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7ED61368-FAA6-5677-F283-CA2B7F95D364}"/>
              </a:ext>
            </a:extLst>
          </p:cNvPr>
          <p:cNvCxnSpPr>
            <a:stCxn id="22" idx="3"/>
            <a:endCxn id="8" idx="1"/>
          </p:cNvCxnSpPr>
          <p:nvPr/>
        </p:nvCxnSpPr>
        <p:spPr>
          <a:xfrm flipH="1" flipV="1">
            <a:off x="3803636" y="1431382"/>
            <a:ext cx="7790443" cy="495696"/>
          </a:xfrm>
          <a:prstGeom prst="bentConnector5">
            <a:avLst>
              <a:gd name="adj1" fmla="val -2934"/>
              <a:gd name="adj2" fmla="val 173613"/>
              <a:gd name="adj3" fmla="val 102934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0E1F1AE0-135A-4735-486F-5FDD36813BCF}"/>
              </a:ext>
            </a:extLst>
          </p:cNvPr>
          <p:cNvCxnSpPr>
            <a:cxnSpLocks/>
            <a:stCxn id="23" idx="3"/>
            <a:endCxn id="8" idx="1"/>
          </p:cNvCxnSpPr>
          <p:nvPr/>
        </p:nvCxnSpPr>
        <p:spPr>
          <a:xfrm flipH="1" flipV="1">
            <a:off x="3803636" y="1431382"/>
            <a:ext cx="7790443" cy="1342525"/>
          </a:xfrm>
          <a:prstGeom prst="bentConnector5">
            <a:avLst>
              <a:gd name="adj1" fmla="val -2934"/>
              <a:gd name="adj2" fmla="val 139432"/>
              <a:gd name="adj3" fmla="val 102934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C39EB868-31EA-AB26-BB5C-22023EC8935E}"/>
              </a:ext>
            </a:extLst>
          </p:cNvPr>
          <p:cNvCxnSpPr>
            <a:cxnSpLocks/>
            <a:stCxn id="24" idx="3"/>
            <a:endCxn id="8" idx="1"/>
          </p:cNvCxnSpPr>
          <p:nvPr/>
        </p:nvCxnSpPr>
        <p:spPr>
          <a:xfrm flipH="1" flipV="1">
            <a:off x="3803636" y="1431382"/>
            <a:ext cx="7790443" cy="2189354"/>
          </a:xfrm>
          <a:prstGeom prst="bentConnector5">
            <a:avLst>
              <a:gd name="adj1" fmla="val -2934"/>
              <a:gd name="adj2" fmla="val 131379"/>
              <a:gd name="adj3" fmla="val 102934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BAE52408-B657-7458-2979-8C54BFA734AD}"/>
              </a:ext>
            </a:extLst>
          </p:cNvPr>
          <p:cNvSpPr txBox="1"/>
          <p:nvPr/>
        </p:nvSpPr>
        <p:spPr>
          <a:xfrm>
            <a:off x="7201627" y="1039618"/>
            <a:ext cx="994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Logs and events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D0C6A36-0683-95EA-CE11-8D7930D5FA39}"/>
              </a:ext>
            </a:extLst>
          </p:cNvPr>
          <p:cNvSpPr txBox="1"/>
          <p:nvPr/>
        </p:nvSpPr>
        <p:spPr>
          <a:xfrm>
            <a:off x="7201627" y="716593"/>
            <a:ext cx="994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Logs and events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C91F9B8-AEC6-1C7B-CD3A-8FC256870B8A}"/>
              </a:ext>
            </a:extLst>
          </p:cNvPr>
          <p:cNvSpPr txBox="1"/>
          <p:nvPr/>
        </p:nvSpPr>
        <p:spPr>
          <a:xfrm>
            <a:off x="7201627" y="867845"/>
            <a:ext cx="994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Logs and events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BCB3675E-3457-4739-FE0E-A18F796C00C6}"/>
              </a:ext>
            </a:extLst>
          </p:cNvPr>
          <p:cNvCxnSpPr>
            <a:stCxn id="9" idx="3"/>
            <a:endCxn id="22" idx="1"/>
          </p:cNvCxnSpPr>
          <p:nvPr/>
        </p:nvCxnSpPr>
        <p:spPr>
          <a:xfrm flipV="1">
            <a:off x="5200305" y="1927078"/>
            <a:ext cx="4997105" cy="110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321D02A9-289D-B994-09B4-99A2B3F10194}"/>
              </a:ext>
            </a:extLst>
          </p:cNvPr>
          <p:cNvCxnSpPr>
            <a:cxnSpLocks/>
            <a:stCxn id="9" idx="3"/>
            <a:endCxn id="23" idx="1"/>
          </p:cNvCxnSpPr>
          <p:nvPr/>
        </p:nvCxnSpPr>
        <p:spPr>
          <a:xfrm>
            <a:off x="5200305" y="1928184"/>
            <a:ext cx="5013698" cy="845723"/>
          </a:xfrm>
          <a:prstGeom prst="bentConnector3">
            <a:avLst>
              <a:gd name="adj1" fmla="val 78864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D47090D6-2F92-1AE4-440F-59EFB30AD4D1}"/>
              </a:ext>
            </a:extLst>
          </p:cNvPr>
          <p:cNvCxnSpPr>
            <a:cxnSpLocks/>
            <a:stCxn id="9" idx="3"/>
            <a:endCxn id="24" idx="1"/>
          </p:cNvCxnSpPr>
          <p:nvPr/>
        </p:nvCxnSpPr>
        <p:spPr>
          <a:xfrm>
            <a:off x="5200305" y="1928184"/>
            <a:ext cx="4997105" cy="1692552"/>
          </a:xfrm>
          <a:prstGeom prst="bentConnector3">
            <a:avLst>
              <a:gd name="adj1" fmla="val 79098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569A0028-E0E8-CFF9-78FD-CCD737479282}"/>
              </a:ext>
            </a:extLst>
          </p:cNvPr>
          <p:cNvSpPr txBox="1"/>
          <p:nvPr/>
        </p:nvSpPr>
        <p:spPr>
          <a:xfrm>
            <a:off x="9218997" y="1631941"/>
            <a:ext cx="825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Identity and Attribute Sync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244D186-CD29-1D97-AEFF-79A40568D7A0}"/>
              </a:ext>
            </a:extLst>
          </p:cNvPr>
          <p:cNvSpPr txBox="1"/>
          <p:nvPr/>
        </p:nvSpPr>
        <p:spPr>
          <a:xfrm>
            <a:off x="9264869" y="2505340"/>
            <a:ext cx="825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Identity and Attribute Sync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4FD7B14-EE4D-CE80-9FBC-B1C235E6E4B4}"/>
              </a:ext>
            </a:extLst>
          </p:cNvPr>
          <p:cNvSpPr txBox="1"/>
          <p:nvPr/>
        </p:nvSpPr>
        <p:spPr>
          <a:xfrm>
            <a:off x="9264869" y="3344355"/>
            <a:ext cx="825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Identity and Attribute Sync</a:t>
            </a:r>
          </a:p>
        </p:txBody>
      </p: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F651E48A-D51D-CD2D-0948-A7C1E5340473}"/>
              </a:ext>
            </a:extLst>
          </p:cNvPr>
          <p:cNvCxnSpPr>
            <a:cxnSpLocks/>
            <a:stCxn id="5" idx="3"/>
            <a:endCxn id="26" idx="2"/>
          </p:cNvCxnSpPr>
          <p:nvPr/>
        </p:nvCxnSpPr>
        <p:spPr>
          <a:xfrm>
            <a:off x="7969089" y="3390347"/>
            <a:ext cx="665795" cy="195158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F5B36E9F-E1C6-5239-A113-8169BE1AE1E7}"/>
              </a:ext>
            </a:extLst>
          </p:cNvPr>
          <p:cNvSpPr txBox="1"/>
          <p:nvPr/>
        </p:nvSpPr>
        <p:spPr>
          <a:xfrm>
            <a:off x="7876753" y="3799047"/>
            <a:ext cx="850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Bind credential to identities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2F15D89F-469C-BB8F-0964-A469C4C2B699}"/>
              </a:ext>
            </a:extLst>
          </p:cNvPr>
          <p:cNvSpPr/>
          <p:nvPr/>
        </p:nvSpPr>
        <p:spPr>
          <a:xfrm>
            <a:off x="9183529" y="4904025"/>
            <a:ext cx="117150" cy="170763"/>
          </a:xfrm>
          <a:prstGeom prst="ellips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>
              <a:solidFill>
                <a:schemeClr val="dk1"/>
              </a:solidFill>
            </a:endParaRPr>
          </a:p>
        </p:txBody>
      </p: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C307BB6A-7363-EC8F-19E0-7292056B10C6}"/>
              </a:ext>
            </a:extLst>
          </p:cNvPr>
          <p:cNvCxnSpPr>
            <a:cxnSpLocks/>
            <a:stCxn id="120" idx="0"/>
            <a:endCxn id="121" idx="2"/>
          </p:cNvCxnSpPr>
          <p:nvPr/>
        </p:nvCxnSpPr>
        <p:spPr>
          <a:xfrm rot="5400000" flipH="1" flipV="1">
            <a:off x="8309905" y="3030022"/>
            <a:ext cx="2806202" cy="941805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40F078FE-9AA3-CFF8-B641-CE3126817765}"/>
              </a:ext>
            </a:extLst>
          </p:cNvPr>
          <p:cNvCxnSpPr>
            <a:cxnSpLocks/>
            <a:stCxn id="120" idx="0"/>
            <a:endCxn id="122" idx="2"/>
          </p:cNvCxnSpPr>
          <p:nvPr/>
        </p:nvCxnSpPr>
        <p:spPr>
          <a:xfrm rot="5400000" flipH="1" flipV="1">
            <a:off x="8731205" y="3425802"/>
            <a:ext cx="1989123" cy="967325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0B41963F-4898-C560-0FB0-B7C91A4B4B2D}"/>
              </a:ext>
            </a:extLst>
          </p:cNvPr>
          <p:cNvCxnSpPr>
            <a:stCxn id="120" idx="0"/>
            <a:endCxn id="123" idx="2"/>
          </p:cNvCxnSpPr>
          <p:nvPr/>
        </p:nvCxnSpPr>
        <p:spPr>
          <a:xfrm rot="5400000" flipH="1" flipV="1">
            <a:off x="9143369" y="3856310"/>
            <a:ext cx="1146451" cy="948981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4FC96D38-DB64-2DD3-5FD3-FB446C0180E5}"/>
              </a:ext>
            </a:extLst>
          </p:cNvPr>
          <p:cNvSpPr txBox="1"/>
          <p:nvPr/>
        </p:nvSpPr>
        <p:spPr>
          <a:xfrm>
            <a:off x="9261213" y="3767857"/>
            <a:ext cx="825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Access decisions and claims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302F35D-83A5-8230-3DD9-E50DFC7915E5}"/>
              </a:ext>
            </a:extLst>
          </p:cNvPr>
          <p:cNvSpPr txBox="1"/>
          <p:nvPr/>
        </p:nvSpPr>
        <p:spPr>
          <a:xfrm>
            <a:off x="9291675" y="2922368"/>
            <a:ext cx="825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Access decisions and claims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32C0E33-EFC2-D7BB-00FC-783A72AE4D3A}"/>
              </a:ext>
            </a:extLst>
          </p:cNvPr>
          <p:cNvSpPr txBox="1"/>
          <p:nvPr/>
        </p:nvSpPr>
        <p:spPr>
          <a:xfrm>
            <a:off x="9261212" y="2098611"/>
            <a:ext cx="825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Access decisions and claims</a:t>
            </a:r>
          </a:p>
        </p:txBody>
      </p: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11221E2F-59FA-53C1-9E6A-EE5AB001B5FE}"/>
              </a:ext>
            </a:extLst>
          </p:cNvPr>
          <p:cNvCxnSpPr>
            <a:stCxn id="7" idx="3"/>
            <a:endCxn id="137" idx="2"/>
          </p:cNvCxnSpPr>
          <p:nvPr/>
        </p:nvCxnSpPr>
        <p:spPr>
          <a:xfrm>
            <a:off x="7969089" y="2572750"/>
            <a:ext cx="2242627" cy="26945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8BC55DEA-7185-E4EA-69FD-34EA60F299F2}"/>
              </a:ext>
            </a:extLst>
          </p:cNvPr>
          <p:cNvCxnSpPr>
            <a:stCxn id="7" idx="3"/>
            <a:endCxn id="140" idx="2"/>
          </p:cNvCxnSpPr>
          <p:nvPr/>
        </p:nvCxnSpPr>
        <p:spPr>
          <a:xfrm>
            <a:off x="7969089" y="2572750"/>
            <a:ext cx="2223086" cy="1113663"/>
          </a:xfrm>
          <a:prstGeom prst="bentConnector3">
            <a:avLst>
              <a:gd name="adj1" fmla="val 50358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E42ECA92-1139-CA09-1E18-D8A3B7517769}"/>
              </a:ext>
            </a:extLst>
          </p:cNvPr>
          <p:cNvCxnSpPr>
            <a:stCxn id="7" idx="3"/>
            <a:endCxn id="163" idx="2"/>
          </p:cNvCxnSpPr>
          <p:nvPr/>
        </p:nvCxnSpPr>
        <p:spPr>
          <a:xfrm flipV="1">
            <a:off x="7969089" y="2003074"/>
            <a:ext cx="2217045" cy="569676"/>
          </a:xfrm>
          <a:prstGeom prst="bentConnector3">
            <a:avLst>
              <a:gd name="adj1" fmla="val 5053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6793F0B5-5DD8-F74E-5A6C-3D8F4151DC2D}"/>
              </a:ext>
            </a:extLst>
          </p:cNvPr>
          <p:cNvSpPr txBox="1"/>
          <p:nvPr/>
        </p:nvSpPr>
        <p:spPr>
          <a:xfrm>
            <a:off x="8048453" y="2422235"/>
            <a:ext cx="8257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Federated SSO</a:t>
            </a:r>
          </a:p>
        </p:txBody>
      </p:sp>
    </p:spTree>
    <p:extLst>
      <p:ext uri="{BB962C8B-B14F-4D97-AF65-F5344CB8AC3E}">
        <p14:creationId xmlns:p14="http://schemas.microsoft.com/office/powerpoint/2010/main" val="368759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10687</TotalTime>
  <Words>631</Words>
  <Application>Microsoft Office PowerPoint</Application>
  <PresentationFormat>Widescreen</PresentationFormat>
  <Paragraphs>178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Roychowdhury, Bijoyendra</dc:creator>
  <cp:lastModifiedBy>Roychowdhury, Bijoyendra</cp:lastModifiedBy>
  <cp:revision>1</cp:revision>
  <dcterms:created xsi:type="dcterms:W3CDTF">2025-04-14T17:45:32Z</dcterms:created>
  <dcterms:modified xsi:type="dcterms:W3CDTF">2025-12-07T10:19:39Z</dcterms:modified>
</cp:coreProperties>
</file>